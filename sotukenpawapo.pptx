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8" r:id="rId6"/>
    <p:sldId id="259" r:id="rId7"/>
    <p:sldId id="257" r:id="rId8"/>
    <p:sldId id="260" r:id="rId9"/>
    <p:sldId id="261" r:id="rId10"/>
    <p:sldId id="262" r:id="rId11"/>
    <p:sldId id="264" r:id="rId12"/>
    <p:sldId id="263" r:id="rId13"/>
    <p:sldId id="265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2B4675-605B-4287-AAE8-50A369712074}" v="4" dt="2026-08-16T19:27:03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6" d="100"/>
          <a:sy n="46" d="100"/>
        </p:scale>
        <p:origin x="48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569FCD-29C5-465F-AD2B-B2CFD1B7D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26EB190-43DB-4AB8-8FC5-153D906054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6516F2-027B-4E38-819C-AB6CD4DD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444072-43D5-43EF-977F-9C59F0C76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4DF56E-E9C9-4828-9E82-EBEFDDCBF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6471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6E913A-8762-4BBC-AC85-7F1B0A36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9755B0-7A43-4BC7-888B-28D95110B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DED1B6-FDB4-4840-99F2-C308F9DB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ABF422-CB1B-45AC-8F06-DD1AAB37B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89F78C-9B18-4A97-B9D6-F02656D1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00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181F9E-4A2B-479B-BB24-E883E74D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E5D084-95FD-442D-ADA8-2A0DC92EC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C351E6-72B2-4BC1-BB88-9F11DDBBE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C2EDAA-A872-4AAE-A1BE-715F7EA18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4D1346-420C-42C7-B640-0E5DA93A2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467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70DA0-84E2-4D72-8963-D8C36FBC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2C0912-BD76-4C8B-A3C1-49B50FE51C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78F7C6-12C4-45C7-A1BA-0479D62BAB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4340D4-A380-4A12-8F12-8F07634C2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374136-4D65-433B-896C-6972D509B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153CA35-AA82-4F73-ADDB-C04DA68F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829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CEF319-D2D1-48C8-9CF6-2D5E966DE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6404B76-DCA6-4F02-A94E-8D697D34A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99357D-F4AB-4F96-A751-1F37766CF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DC389F-6A71-4578-8BE2-6B88B8705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BF2FFB0-4815-4790-A8B1-82D0E211D4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719D6BD-53CB-44BB-B558-2BDCF00B8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55B30C7-B131-478B-8733-62C42970A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449DF3F-5924-4A54-B91D-B7F7240C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495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85AFA4-00BB-4523-A274-E4D0CAF9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B05FC83-0D4A-49E9-B35B-9E67D2D18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FD38900-B0E6-4A15-9B05-15E9B2892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4A6027B-F2BD-44F2-93D1-565D94879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320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2C2FB9-E454-478D-B0F2-70A4D5077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6FCFDF6-FCCC-4656-B414-E25C22F4A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ACA652-A303-4A9E-924D-8AF7703F4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7947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A7AFA5-2B4F-4945-B4A6-9CE599148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A2C788-43F2-45F0-8B6E-D36E58019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E4A56F-124C-4C9A-8AA0-A33B75BB3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1172E89-36F0-4497-9549-53EAE4A3A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855BB9-1E6F-4DCB-A51B-9D2C2FF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68F89E-E909-43C4-8F4A-AE33AAA3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9767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6DB30F-491E-46A2-A3AD-7C885BFFF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61F0E6D-A240-4409-846B-5CC85C916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064A41-7488-436F-9FA6-817BAC3E1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14F15A8-FD0F-4F0F-A161-F27ACDBD9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2BBFB44-ACD8-4470-A3AD-7F32923F0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5020D5-0A02-4F1D-8E0E-0D221AC0E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7110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08635-4BDF-47E8-A8D4-DFBE98CF5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541F44-8483-474E-A3A6-FED8D22F4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75368A-F88C-413A-A7D3-8BBEE1DCF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C2B32E-4246-48BD-8A6D-E92B4B9E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6AC1B-33E8-4AAB-B490-673F3E6CD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9707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54BDF7-4EC0-4DEB-ABBD-3F2AC26CF1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D89CC6E-EBA7-4644-BB02-4C50A26CB0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BC32D8-B00E-431E-B2EE-57675809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F0911F-32A0-4A95-94A3-495FF1AEE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7CD928-6031-4EA1-B63B-64402F8A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0054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394DC8A-E32A-4EFD-9C26-A3A63F1DD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60D9BF-78F7-4D64-9BA6-1F70D7445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425A2E-8A5B-4A02-95DD-4D77F107C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C263E-E5C9-40DA-BEC6-0818833457E0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9C88AC-4777-4C87-B46C-2F61050DBC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30543-988F-4153-A956-188BACE03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53ADC-ADC2-4633-9231-A1729D66781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7946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E6978D-ED78-454E-93C9-7714422130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4400" dirty="0"/>
              <a:t>研究環境のクラウド化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9AF94E-5923-439B-B2C9-E286252C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267" y="3733274"/>
            <a:ext cx="11880893" cy="1524526"/>
          </a:xfrm>
        </p:spPr>
        <p:txBody>
          <a:bodyPr/>
          <a:lstStyle/>
          <a:p>
            <a:r>
              <a:rPr lang="ja-JP" altLang="ja-JP" dirty="0"/>
              <a:t>研究資料をGitHubで管理し，円滑な引継ぎと研究成果の外部公開を目指す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665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B65DFC-DC4B-423D-A294-768A9C39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目次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C3E03D-7F70-44DB-9A0E-C9A86E2F9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ja-JP" altLang="en-US" dirty="0"/>
              <a:t>研究室サーバーにリモートログイン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ID</a:t>
            </a:r>
            <a:r>
              <a:rPr lang="ja-JP" altLang="en-US" dirty="0"/>
              <a:t>と名前の紐づけ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研究内容のグループ分け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en-US" altLang="ja-JP" dirty="0"/>
              <a:t>GitHub</a:t>
            </a:r>
            <a:r>
              <a:rPr lang="ja-JP" altLang="en-US" dirty="0"/>
              <a:t>へ移行と概要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リポジトリ</a:t>
            </a:r>
            <a:br>
              <a:rPr lang="en-US" altLang="ja-JP" dirty="0"/>
            </a:br>
            <a:br>
              <a:rPr lang="en-US" altLang="ja-JP" dirty="0"/>
            </a:b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研究テーマ分類の表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5118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5A3DE-C254-47AB-A4FE-5DBAC582E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96660A7-55C4-4BB7-9340-F80121F166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618" y="1825625"/>
            <a:ext cx="7712764" cy="4351338"/>
          </a:xfrm>
        </p:spPr>
      </p:pic>
    </p:spTree>
    <p:extLst>
      <p:ext uri="{BB962C8B-B14F-4D97-AF65-F5344CB8AC3E}">
        <p14:creationId xmlns:p14="http://schemas.microsoft.com/office/powerpoint/2010/main" val="3137254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9549D1-4682-42B2-B56E-381ECC00F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7BD44B15-5EDA-4D79-9FB9-0215822BDA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39618" y="1825625"/>
            <a:ext cx="771276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9835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00178A-37F9-42F2-9683-C0CF643A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9EE3B062-EC29-4549-9B3F-0521C38FA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6604" y="1825625"/>
            <a:ext cx="81987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642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9FD250-1819-4B56-B24C-2FD33919D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DBB5E46-D8BC-4D4F-97D5-21B144A66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1869" y="1825625"/>
            <a:ext cx="82882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873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1BEA9C-C4C7-4C49-AC48-D9305FCF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D8112BC-E167-4B06-9951-8CF7EECA9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7683" y="1825625"/>
            <a:ext cx="95166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646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F2ACF-83E9-77AA-90B6-B72E5F951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59753D07-F71A-0C32-31CF-B0DD9377AB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511" y="365125"/>
            <a:ext cx="5892231" cy="583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28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10955D-3A48-3C6F-50DD-8ECB963A0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BDE3D841-1BF2-3FC0-5866-1689ED319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836" y="1825625"/>
            <a:ext cx="875832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8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4A9196-5C23-B22E-46EB-F002E4F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73669EAD-1CF1-E7DB-4D23-BABFFD46A5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5738458"/>
              </p:ext>
            </p:extLst>
          </p:nvPr>
        </p:nvGraphicFramePr>
        <p:xfrm>
          <a:off x="-1859611" y="499311"/>
          <a:ext cx="7673925" cy="5859378"/>
        </p:xfrm>
        <a:graphic>
          <a:graphicData uri="http://schemas.openxmlformats.org/drawingml/2006/table">
            <a:tbl>
              <a:tblPr/>
              <a:tblGrid>
                <a:gridCol w="2557975">
                  <a:extLst>
                    <a:ext uri="{9D8B030D-6E8A-4147-A177-3AD203B41FA5}">
                      <a16:colId xmlns:a16="http://schemas.microsoft.com/office/drawing/2014/main" val="1589634423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3477721783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1056618913"/>
                    </a:ext>
                  </a:extLst>
                </a:gridCol>
              </a:tblGrid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No.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分類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主な内容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67331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ルール最適化・アルゴリズム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フィルタリングルールの並べ替え・統合など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745971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2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ルール順序最適化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ルールの順番変更による処理速度の向上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7499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ルールリスト最適化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ルールリストの生成・分割・統合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88294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4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フレームワーク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研究・開発に用いるフレームワーク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736595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5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スケジューリング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処理やタスクの実行順序・割り当て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047772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6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決定木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決定木を用いた分類・処理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72999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7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Run-Based Trie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Trieを用いたルール・データの高速検索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7581383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8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SGM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SGMに関する研究</a:t>
                      </a:r>
                      <a:endParaRPr lang="en-US" altLang="ja-JP" sz="20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9445138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8246BBD-0596-2436-2A91-0E757B074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100187"/>
              </p:ext>
            </p:extLst>
          </p:nvPr>
        </p:nvGraphicFramePr>
        <p:xfrm>
          <a:off x="3816684" y="938297"/>
          <a:ext cx="7673925" cy="5554578"/>
        </p:xfrm>
        <a:graphic>
          <a:graphicData uri="http://schemas.openxmlformats.org/drawingml/2006/table">
            <a:tbl>
              <a:tblPr/>
              <a:tblGrid>
                <a:gridCol w="2557975">
                  <a:extLst>
                    <a:ext uri="{9D8B030D-6E8A-4147-A177-3AD203B41FA5}">
                      <a16:colId xmlns:a16="http://schemas.microsoft.com/office/drawing/2014/main" val="1718198609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1227916851"/>
                    </a:ext>
                  </a:extLst>
                </a:gridCol>
                <a:gridCol w="2557975">
                  <a:extLst>
                    <a:ext uri="{9D8B030D-6E8A-4147-A177-3AD203B41FA5}">
                      <a16:colId xmlns:a16="http://schemas.microsoft.com/office/drawing/2014/main" val="7193455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9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EAD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EADに関する研究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324067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10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ClassBench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ClassBenchを用いた評価・実験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9324134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11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パケット分類・空間分割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パケット分類や空間分割に関する研究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2901590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12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テスト環境・実証実験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システムの評価環境や実証実験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310268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攻撃防御・セキュリティ応用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ネットワーク攻撃や防御への応用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459882"/>
                  </a:ext>
                </a:extLst>
              </a:tr>
              <a:tr h="228882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14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機械学習・AI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機械学習・AIを用いた研究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6364370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15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NFV・仮想ネットワーク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NFVや仮想ネットワークに関する研究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4143422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 dirty="0"/>
                        <a:t>16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その他・補助的テーマ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上記に分類されない補助的な研究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6761273"/>
                  </a:ext>
                </a:extLst>
              </a:tr>
              <a:tr h="400543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ja-JP" sz="2000"/>
                        <a:t>17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/>
                        <a:t>独立テーマ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2000" dirty="0"/>
                        <a:t>他の研究テーマと直接関連しない研究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440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010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6739dde-6058-4609-963e-22ce6f55c2e2">
      <Terms xmlns="http://schemas.microsoft.com/office/infopath/2007/PartnerControls"/>
    </lcf76f155ced4ddcb4097134ff3c332f>
    <TaxCatchAll xmlns="4e706bb9-fd23-4935-9653-7b84e6541bd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93433E1B3511514BB9BD5A4C02C66FEE" ma:contentTypeVersion="15" ma:contentTypeDescription="新しいドキュメントを作成します。" ma:contentTypeScope="" ma:versionID="1bb4625c3d30af6d7d559a1afe7ceeea">
  <xsd:schema xmlns:xsd="http://www.w3.org/2001/XMLSchema" xmlns:xs="http://www.w3.org/2001/XMLSchema" xmlns:p="http://schemas.microsoft.com/office/2006/metadata/properties" xmlns:ns2="d6739dde-6058-4609-963e-22ce6f55c2e2" xmlns:ns3="4e706bb9-fd23-4935-9653-7b84e6541bd4" targetNamespace="http://schemas.microsoft.com/office/2006/metadata/properties" ma:root="true" ma:fieldsID="6d7b625505b48a798a5a9b0a4f3327d4" ns2:_="" ns3:_="">
    <xsd:import namespace="d6739dde-6058-4609-963e-22ce6f55c2e2"/>
    <xsd:import namespace="4e706bb9-fd23-4935-9653-7b84e6541b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739dde-6058-4609-963e-22ce6f55c2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画像タグ" ma:readOnly="false" ma:fieldId="{5cf76f15-5ced-4ddc-b409-7134ff3c332f}" ma:taxonomyMulti="true" ma:sspId="6839cacd-3bba-479f-ae7c-eae911e8fc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706bb9-fd23-4935-9653-7b84e6541bd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3cfa8bbe-5bc1-4f40-97aa-ed08d9e38351}" ma:internalName="TaxCatchAll" ma:showField="CatchAllData" ma:web="4e706bb9-fd23-4935-9653-7b84e6541b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6E5BAFD-36FC-404E-9CAB-4A6D2A7FA0B7}">
  <ds:schemaRefs>
    <ds:schemaRef ds:uri="http://purl.org/dc/elements/1.1/"/>
    <ds:schemaRef ds:uri="http://purl.org/dc/dcmitype/"/>
    <ds:schemaRef ds:uri="http://schemas.microsoft.com/office/2006/documentManagement/types"/>
    <ds:schemaRef ds:uri="4e706bb9-fd23-4935-9653-7b84e6541bd4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6739dde-6058-4609-963e-22ce6f55c2e2"/>
  </ds:schemaRefs>
</ds:datastoreItem>
</file>

<file path=customXml/itemProps2.xml><?xml version="1.0" encoding="utf-8"?>
<ds:datastoreItem xmlns:ds="http://schemas.openxmlformats.org/officeDocument/2006/customXml" ds:itemID="{E3BD429A-B752-4160-A791-0F9AC66CD2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A4400C-C195-402B-A4A2-CB83D911B3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739dde-6058-4609-963e-22ce6f55c2e2"/>
    <ds:schemaRef ds:uri="4e706bb9-fd23-4935-9653-7b84e6541b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515</TotalTime>
  <Words>242</Words>
  <Application>Microsoft Office PowerPoint</Application>
  <PresentationFormat>ワイド画面</PresentationFormat>
  <Paragraphs>67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研究環境のクラウド化</vt:lpstr>
      <vt:lpstr>目次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研究室リソースのGitHubへの移行</dc:title>
  <dc:creator>202203418</dc:creator>
  <cp:lastModifiedBy>202203418</cp:lastModifiedBy>
  <cp:revision>9</cp:revision>
  <dcterms:created xsi:type="dcterms:W3CDTF">2025-10-08T13:07:48Z</dcterms:created>
  <dcterms:modified xsi:type="dcterms:W3CDTF">2026-08-17T05:25:31Z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0x01010093433E1B3511514BB9BD5A4C02C66FEE</vt:lpwstr>
  </property>
  <property fmtid="{D5CDD505-2E9C-101B-9397-08002B2CF9AE}" pid="3" name="MediaServiceImageTags">
    <vt:lpwstr/>
  </property>
</Properties>
</file>