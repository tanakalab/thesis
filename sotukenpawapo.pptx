
<file path=[Content_Types].xml><?xml version="1.0" encoding="utf-8"?>
<Types xmlns="http://schemas.openxmlformats.org/package/2006/content-types">
  <Default Extension="bin" ContentType="image/unknown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4"/>
  </p:sldMasterIdLst>
  <p:sldIdLst>
    <p:sldId id="256" r:id="rId5"/>
    <p:sldId id="259" r:id="rId6"/>
    <p:sldId id="257" r:id="rId7"/>
    <p:sldId id="262" r:id="rId8"/>
    <p:sldId id="264" r:id="rId9"/>
    <p:sldId id="265" r:id="rId10"/>
    <p:sldId id="263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2B4675-605B-4287-AAE8-50A369712074}" v="4" dt="2026-08-16T19:27:03.412"/>
    <p1510:client id="{DA3F50F7-1FE3-4BF1-8866-8ED667DF8A14}" v="7" dt="2026-08-17T08:36:22.4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48" y="12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" y="5176159"/>
            <a:ext cx="11640312" cy="845493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0313" y="5980176"/>
            <a:ext cx="11612880" cy="53035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150AF6FA-7D1D-1351-A76E-43C54D28FD6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220" y="266700"/>
            <a:ext cx="11649456" cy="4853814"/>
          </a:xfrm>
          <a:custGeom>
            <a:avLst/>
            <a:gdLst>
              <a:gd name="connsiteX0" fmla="*/ 291520 w 11651080"/>
              <a:gd name="connsiteY0" fmla="*/ 0 h 4853814"/>
              <a:gd name="connsiteX1" fmla="*/ 11359560 w 11651080"/>
              <a:gd name="connsiteY1" fmla="*/ 0 h 4853814"/>
              <a:gd name="connsiteX2" fmla="*/ 11651080 w 11651080"/>
              <a:gd name="connsiteY2" fmla="*/ 291520 h 4853814"/>
              <a:gd name="connsiteX3" fmla="*/ 11651080 w 11651080"/>
              <a:gd name="connsiteY3" fmla="*/ 4562294 h 4853814"/>
              <a:gd name="connsiteX4" fmla="*/ 11359560 w 11651080"/>
              <a:gd name="connsiteY4" fmla="*/ 4853814 h 4853814"/>
              <a:gd name="connsiteX5" fmla="*/ 291520 w 11651080"/>
              <a:gd name="connsiteY5" fmla="*/ 4853814 h 4853814"/>
              <a:gd name="connsiteX6" fmla="*/ 0 w 11651080"/>
              <a:gd name="connsiteY6" fmla="*/ 4562294 h 4853814"/>
              <a:gd name="connsiteX7" fmla="*/ 0 w 11651080"/>
              <a:gd name="connsiteY7" fmla="*/ 291520 h 4853814"/>
              <a:gd name="connsiteX8" fmla="*/ 291520 w 11651080"/>
              <a:gd name="connsiteY8" fmla="*/ 0 h 4853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4853814">
                <a:moveTo>
                  <a:pt x="291520" y="0"/>
                </a:moveTo>
                <a:lnTo>
                  <a:pt x="11359560" y="0"/>
                </a:lnTo>
                <a:cubicBezTo>
                  <a:pt x="11520562" y="0"/>
                  <a:pt x="11651080" y="130518"/>
                  <a:pt x="11651080" y="291520"/>
                </a:cubicBezTo>
                <a:lnTo>
                  <a:pt x="11651080" y="4562294"/>
                </a:lnTo>
                <a:cubicBezTo>
                  <a:pt x="11651080" y="4723296"/>
                  <a:pt x="11520562" y="4853814"/>
                  <a:pt x="11359560" y="4853814"/>
                </a:cubicBezTo>
                <a:lnTo>
                  <a:pt x="291520" y="4853814"/>
                </a:lnTo>
                <a:cubicBezTo>
                  <a:pt x="130518" y="4853814"/>
                  <a:pt x="0" y="4723296"/>
                  <a:pt x="0" y="4562294"/>
                </a:cubicBezTo>
                <a:lnTo>
                  <a:pt x="0" y="291520"/>
                </a:lnTo>
                <a:cubicBezTo>
                  <a:pt x="0" y="130518"/>
                  <a:pt x="130518" y="0"/>
                  <a:pt x="291520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91657"/>
            <a:ext cx="2805405" cy="330466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37848" y="6391657"/>
            <a:ext cx="3494314" cy="330466"/>
          </a:xfrm>
        </p:spPr>
        <p:txBody>
          <a:bodyPr/>
          <a:lstStyle>
            <a:lvl1pPr algn="r">
              <a:defRPr>
                <a:solidFill>
                  <a:schemeClr val="tx2"/>
                </a:solidFill>
                <a:effectLst/>
              </a:defRPr>
            </a:lvl1pPr>
          </a:lstStyle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391657"/>
            <a:ext cx="429207" cy="330466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76997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2346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0262" y="208754"/>
            <a:ext cx="4066072" cy="372593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68729" y="4846320"/>
            <a:ext cx="4066072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A934108-77F2-43A6-38EF-C1CDEDD103C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6699"/>
            <a:ext cx="7238998" cy="6322891"/>
          </a:xfrm>
          <a:custGeom>
            <a:avLst/>
            <a:gdLst>
              <a:gd name="connsiteX0" fmla="*/ 291359 w 7238998"/>
              <a:gd name="connsiteY0" fmla="*/ 0 h 6322891"/>
              <a:gd name="connsiteX1" fmla="*/ 6947639 w 7238998"/>
              <a:gd name="connsiteY1" fmla="*/ 0 h 6322891"/>
              <a:gd name="connsiteX2" fmla="*/ 7238998 w 7238998"/>
              <a:gd name="connsiteY2" fmla="*/ 291359 h 6322891"/>
              <a:gd name="connsiteX3" fmla="*/ 7238998 w 7238998"/>
              <a:gd name="connsiteY3" fmla="*/ 6031532 h 6322891"/>
              <a:gd name="connsiteX4" fmla="*/ 6947639 w 7238998"/>
              <a:gd name="connsiteY4" fmla="*/ 6322891 h 6322891"/>
              <a:gd name="connsiteX5" fmla="*/ 291359 w 7238998"/>
              <a:gd name="connsiteY5" fmla="*/ 6322891 h 6322891"/>
              <a:gd name="connsiteX6" fmla="*/ 0 w 7238998"/>
              <a:gd name="connsiteY6" fmla="*/ 6031532 h 6322891"/>
              <a:gd name="connsiteX7" fmla="*/ 0 w 7238998"/>
              <a:gd name="connsiteY7" fmla="*/ 291359 h 6322891"/>
              <a:gd name="connsiteX8" fmla="*/ 291359 w 7238998"/>
              <a:gd name="connsiteY8" fmla="*/ 0 h 63228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238998" h="6322891">
                <a:moveTo>
                  <a:pt x="291359" y="0"/>
                </a:moveTo>
                <a:lnTo>
                  <a:pt x="6947639" y="0"/>
                </a:lnTo>
                <a:cubicBezTo>
                  <a:pt x="7108552" y="0"/>
                  <a:pt x="7238998" y="130446"/>
                  <a:pt x="7238998" y="291359"/>
                </a:cubicBezTo>
                <a:lnTo>
                  <a:pt x="7238998" y="6031532"/>
                </a:lnTo>
                <a:cubicBezTo>
                  <a:pt x="7238998" y="6192445"/>
                  <a:pt x="7108552" y="6322891"/>
                  <a:pt x="6947639" y="6322891"/>
                </a:cubicBezTo>
                <a:lnTo>
                  <a:pt x="291359" y="6322891"/>
                </a:lnTo>
                <a:cubicBezTo>
                  <a:pt x="130446" y="6322891"/>
                  <a:pt x="0" y="6192445"/>
                  <a:pt x="0" y="6031532"/>
                </a:cubicBezTo>
                <a:lnTo>
                  <a:pt x="0" y="291359"/>
                </a:lnTo>
                <a:cubicBezTo>
                  <a:pt x="0" y="130446"/>
                  <a:pt x="130446" y="0"/>
                  <a:pt x="291359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66481" y="6391656"/>
            <a:ext cx="2703777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7500" y="6391656"/>
            <a:ext cx="1032084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6388837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338466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8598" y="1529542"/>
            <a:ext cx="8154804" cy="2323883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0715" y="4053504"/>
            <a:ext cx="5970570" cy="107267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48820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セクション見出し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729" y="3200400"/>
            <a:ext cx="9002895" cy="3582184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8704" y="141216"/>
            <a:ext cx="2703777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7500" y="141216"/>
            <a:ext cx="1032084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141216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10084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815" y="189689"/>
            <a:ext cx="11341905" cy="1629485"/>
          </a:xfrm>
        </p:spPr>
        <p:txBody>
          <a:bodyPr anchor="t">
            <a:normAutofit/>
          </a:bodyPr>
          <a:lstStyle>
            <a:lvl1pPr>
              <a:defRPr sz="7600" baseline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2362200"/>
            <a:ext cx="5829300" cy="3810000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buFont typeface="+mj-lt"/>
              <a:buAutoNum type="arabicPeriod"/>
              <a:defRPr lang="en-US" sz="1600" dirty="0"/>
            </a:lvl1pPr>
            <a:lvl2pPr marL="571500" indent="-342900">
              <a:buFont typeface="+mj-lt"/>
              <a:buAutoNum type="arabicPeriod"/>
              <a:defRPr lang="en-US" sz="16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600" dirty="0"/>
            </a:lvl4pPr>
            <a:lvl5pPr>
              <a:buFont typeface="+mj-lt"/>
              <a:buAutoNum type="arabicPeriod"/>
              <a:defRPr lang="en-US" sz="16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29963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4061862"/>
            <a:ext cx="5913120" cy="2268359"/>
          </a:xfrm>
        </p:spPr>
        <p:txBody>
          <a:bodyPr anchor="t">
            <a:normAutofit/>
          </a:bodyPr>
          <a:lstStyle>
            <a:lvl1pPr>
              <a:defRPr sz="58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F88BC23C-4171-DFCF-3175-10D2602FF56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74320" y="268508"/>
            <a:ext cx="11649456" cy="3609085"/>
          </a:xfrm>
          <a:custGeom>
            <a:avLst/>
            <a:gdLst>
              <a:gd name="connsiteX0" fmla="*/ 283385 w 11658600"/>
              <a:gd name="connsiteY0" fmla="*/ 0 h 3609085"/>
              <a:gd name="connsiteX1" fmla="*/ 11375215 w 11658600"/>
              <a:gd name="connsiteY1" fmla="*/ 0 h 3609085"/>
              <a:gd name="connsiteX2" fmla="*/ 11658600 w 11658600"/>
              <a:gd name="connsiteY2" fmla="*/ 283385 h 3609085"/>
              <a:gd name="connsiteX3" fmla="*/ 11658600 w 11658600"/>
              <a:gd name="connsiteY3" fmla="*/ 3325700 h 3609085"/>
              <a:gd name="connsiteX4" fmla="*/ 11375215 w 11658600"/>
              <a:gd name="connsiteY4" fmla="*/ 3609085 h 3609085"/>
              <a:gd name="connsiteX5" fmla="*/ 283385 w 11658600"/>
              <a:gd name="connsiteY5" fmla="*/ 3609085 h 3609085"/>
              <a:gd name="connsiteX6" fmla="*/ 0 w 11658600"/>
              <a:gd name="connsiteY6" fmla="*/ 3325700 h 3609085"/>
              <a:gd name="connsiteX7" fmla="*/ 0 w 11658600"/>
              <a:gd name="connsiteY7" fmla="*/ 283385 h 3609085"/>
              <a:gd name="connsiteX8" fmla="*/ 283385 w 11658600"/>
              <a:gd name="connsiteY8" fmla="*/ 0 h 3609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8600" h="3609085">
                <a:moveTo>
                  <a:pt x="283385" y="0"/>
                </a:moveTo>
                <a:lnTo>
                  <a:pt x="11375215" y="0"/>
                </a:lnTo>
                <a:cubicBezTo>
                  <a:pt x="11531724" y="0"/>
                  <a:pt x="11658600" y="126876"/>
                  <a:pt x="11658600" y="283385"/>
                </a:cubicBezTo>
                <a:lnTo>
                  <a:pt x="11658600" y="3325700"/>
                </a:lnTo>
                <a:cubicBezTo>
                  <a:pt x="11658600" y="3482209"/>
                  <a:pt x="11531724" y="3609085"/>
                  <a:pt x="11375215" y="3609085"/>
                </a:cubicBezTo>
                <a:lnTo>
                  <a:pt x="283385" y="3609085"/>
                </a:lnTo>
                <a:cubicBezTo>
                  <a:pt x="126876" y="3609085"/>
                  <a:pt x="0" y="3482209"/>
                  <a:pt x="0" y="3325700"/>
                </a:cubicBezTo>
                <a:lnTo>
                  <a:pt x="0" y="283385"/>
                </a:lnTo>
                <a:cubicBezTo>
                  <a:pt x="0" y="126876"/>
                  <a:pt x="126876" y="0"/>
                  <a:pt x="283385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515973" y="4039118"/>
            <a:ext cx="4419601" cy="2268360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buFont typeface="+mj-lt"/>
              <a:buAutoNum type="arabicPeriod"/>
              <a:defRPr lang="en-US" sz="1400" dirty="0"/>
            </a:lvl1pPr>
            <a:lvl2pPr marL="571500" indent="-342900">
              <a:buFont typeface="+mj-lt"/>
              <a:buAutoNum type="arabicPeriod"/>
              <a:defRPr lang="en-US" sz="1400" dirty="0"/>
            </a:lvl2pPr>
            <a:lvl3pPr marL="800100" indent="-342900">
              <a:buFont typeface="+mj-lt"/>
              <a:buAutoNum type="arabicPeriod"/>
              <a:defRPr lang="en-US" sz="14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marL="228600" lvl="0" indent="-228600"/>
            <a:r>
              <a:rPr lang="ja-JP" altLang="en-US"/>
              <a:t>マスター テキストの書式設定</a:t>
            </a:r>
          </a:p>
          <a:p>
            <a:pPr marL="228600" lvl="1" indent="-228600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228600" lvl="2" indent="-228600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228600" lvl="3" indent="-228600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228600" lvl="4" indent="-228600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87737"/>
            <a:ext cx="2703777" cy="338328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3610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131" y="1638299"/>
            <a:ext cx="3314700" cy="3873268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01019" y="1638299"/>
            <a:ext cx="6080760" cy="387326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6060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310394" cy="4058127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72674" y="266700"/>
            <a:ext cx="7688495" cy="604783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5657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9525" y="219456"/>
            <a:ext cx="6376547" cy="1066006"/>
          </a:xfrm>
        </p:spPr>
        <p:txBody>
          <a:bodyPr anchor="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C455FC9-9346-2F53-C58C-5C64036CD9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8573"/>
            <a:ext cx="4419600" cy="6325969"/>
          </a:xfrm>
          <a:custGeom>
            <a:avLst/>
            <a:gdLst>
              <a:gd name="connsiteX0" fmla="*/ 300746 w 4381500"/>
              <a:gd name="connsiteY0" fmla="*/ 0 h 6290961"/>
              <a:gd name="connsiteX1" fmla="*/ 4080754 w 4381500"/>
              <a:gd name="connsiteY1" fmla="*/ 0 h 6290961"/>
              <a:gd name="connsiteX2" fmla="*/ 4381500 w 4381500"/>
              <a:gd name="connsiteY2" fmla="*/ 300746 h 6290961"/>
              <a:gd name="connsiteX3" fmla="*/ 4381500 w 4381500"/>
              <a:gd name="connsiteY3" fmla="*/ 5990215 h 6290961"/>
              <a:gd name="connsiteX4" fmla="*/ 4080754 w 4381500"/>
              <a:gd name="connsiteY4" fmla="*/ 6290961 h 6290961"/>
              <a:gd name="connsiteX5" fmla="*/ 300746 w 4381500"/>
              <a:gd name="connsiteY5" fmla="*/ 6290961 h 6290961"/>
              <a:gd name="connsiteX6" fmla="*/ 0 w 4381500"/>
              <a:gd name="connsiteY6" fmla="*/ 5990215 h 6290961"/>
              <a:gd name="connsiteX7" fmla="*/ 0 w 4381500"/>
              <a:gd name="connsiteY7" fmla="*/ 300746 h 6290961"/>
              <a:gd name="connsiteX8" fmla="*/ 300746 w 4381500"/>
              <a:gd name="connsiteY8" fmla="*/ 0 h 6290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81500" h="6290961">
                <a:moveTo>
                  <a:pt x="300746" y="0"/>
                </a:moveTo>
                <a:lnTo>
                  <a:pt x="4080754" y="0"/>
                </a:lnTo>
                <a:cubicBezTo>
                  <a:pt x="4246851" y="0"/>
                  <a:pt x="4381500" y="134649"/>
                  <a:pt x="4381500" y="300746"/>
                </a:cubicBezTo>
                <a:lnTo>
                  <a:pt x="4381500" y="5990215"/>
                </a:lnTo>
                <a:cubicBezTo>
                  <a:pt x="4381500" y="6156312"/>
                  <a:pt x="4246851" y="6290961"/>
                  <a:pt x="4080754" y="6290961"/>
                </a:cubicBezTo>
                <a:lnTo>
                  <a:pt x="300746" y="6290961"/>
                </a:lnTo>
                <a:cubicBezTo>
                  <a:pt x="134649" y="6290961"/>
                  <a:pt x="0" y="6156312"/>
                  <a:pt x="0" y="5990215"/>
                </a:cubicBezTo>
                <a:lnTo>
                  <a:pt x="0" y="300746"/>
                </a:lnTo>
                <a:cubicBezTo>
                  <a:pt x="0" y="134649"/>
                  <a:pt x="134649" y="0"/>
                  <a:pt x="3007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19526" y="1285462"/>
            <a:ext cx="6376546" cy="4986355"/>
          </a:xfrm>
        </p:spPr>
        <p:txBody>
          <a:bodyPr anchor="b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9526" y="6387737"/>
            <a:ext cx="2703777" cy="338328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9821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702" y="219456"/>
            <a:ext cx="7241297" cy="923544"/>
          </a:xfrm>
        </p:spPr>
        <p:txBody>
          <a:bodyPr anchor="t"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0" name="Picture Placeholder 9">
            <a:extLst>
              <a:ext uri="{FF2B5EF4-FFF2-40B4-BE49-F238E27FC236}">
                <a16:creationId xmlns:a16="http://schemas.microsoft.com/office/drawing/2014/main" id="{FC55F3DB-E75F-ADDF-8222-D3F62F2CCE8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4 h 6320854"/>
              <a:gd name="connsiteX10" fmla="*/ 105939 w 3675888"/>
              <a:gd name="connsiteY10" fmla="*/ 6252721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7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4"/>
                </a:lnTo>
                <a:lnTo>
                  <a:pt x="105939" y="6252721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7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88702" y="1143000"/>
            <a:ext cx="7241298" cy="5239512"/>
          </a:xfrm>
        </p:spPr>
        <p:txBody>
          <a:bodyPr anchor="b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88702" y="6382981"/>
            <a:ext cx="2703777" cy="338328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32692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7241297" cy="923544"/>
          </a:xfrm>
        </p:spPr>
        <p:txBody>
          <a:bodyPr anchor="t"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2880" y="1143000"/>
            <a:ext cx="7241298" cy="5239512"/>
          </a:xfrm>
        </p:spPr>
        <p:txBody>
          <a:bodyPr anchor="b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82981"/>
            <a:ext cx="2703777" cy="338328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92093" y="6387128"/>
            <a:ext cx="103208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4177" y="6387128"/>
            <a:ext cx="457200" cy="338328"/>
          </a:xfrm>
        </p:spPr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F47C8A4F-E753-8148-3650-49C421EB547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249412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3 h 6320854"/>
              <a:gd name="connsiteX10" fmla="*/ 105939 w 3675888"/>
              <a:gd name="connsiteY10" fmla="*/ 6252722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8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3"/>
                </a:lnTo>
                <a:lnTo>
                  <a:pt x="105939" y="6252722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8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724258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5" y="219456"/>
            <a:ext cx="4717429" cy="1180888"/>
          </a:xfrm>
        </p:spPr>
        <p:txBody>
          <a:bodyPr anchor="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5855" y="1400344"/>
            <a:ext cx="4729045" cy="4871473"/>
          </a:xfrm>
        </p:spPr>
        <p:txBody>
          <a:bodyPr anchor="b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588172" y="6390795"/>
            <a:ext cx="1298784" cy="338328"/>
          </a:xfrm>
        </p:spPr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86956" y="6390795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00703" y="266700"/>
            <a:ext cx="6324469" cy="6324600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527958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1" y="220869"/>
            <a:ext cx="3208020" cy="3088635"/>
          </a:xfrm>
        </p:spPr>
        <p:txBody>
          <a:bodyPr anchor="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kumimoji="1" lang="ja-JP" alt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6FEEE5C-15B3-8386-23D3-B6B236C668F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86300" y="266700"/>
            <a:ext cx="3500538" cy="63246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61087" y="220870"/>
            <a:ext cx="3200400" cy="6055554"/>
          </a:xfrm>
        </p:spPr>
        <p:txBody>
          <a:bodyPr anchor="b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65477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3755" y="219456"/>
            <a:ext cx="3891435" cy="1225339"/>
          </a:xfrm>
        </p:spPr>
        <p:txBody>
          <a:bodyPr anchor="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B3BE62AC-2855-BB28-0282-25CA658273E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0473" y="265176"/>
            <a:ext cx="6984636" cy="6327648"/>
          </a:xfrm>
          <a:custGeom>
            <a:avLst/>
            <a:gdLst>
              <a:gd name="connsiteX0" fmla="*/ 302565 w 7228936"/>
              <a:gd name="connsiteY0" fmla="*/ 0 h 6316602"/>
              <a:gd name="connsiteX1" fmla="*/ 6926371 w 7228936"/>
              <a:gd name="connsiteY1" fmla="*/ 0 h 6316602"/>
              <a:gd name="connsiteX2" fmla="*/ 7228936 w 7228936"/>
              <a:gd name="connsiteY2" fmla="*/ 302565 h 6316602"/>
              <a:gd name="connsiteX3" fmla="*/ 7228936 w 7228936"/>
              <a:gd name="connsiteY3" fmla="*/ 6014037 h 6316602"/>
              <a:gd name="connsiteX4" fmla="*/ 6926371 w 7228936"/>
              <a:gd name="connsiteY4" fmla="*/ 6316602 h 6316602"/>
              <a:gd name="connsiteX5" fmla="*/ 302565 w 7228936"/>
              <a:gd name="connsiteY5" fmla="*/ 6316602 h 6316602"/>
              <a:gd name="connsiteX6" fmla="*/ 0 w 7228936"/>
              <a:gd name="connsiteY6" fmla="*/ 6014037 h 6316602"/>
              <a:gd name="connsiteX7" fmla="*/ 0 w 7228936"/>
              <a:gd name="connsiteY7" fmla="*/ 302565 h 6316602"/>
              <a:gd name="connsiteX8" fmla="*/ 302565 w 7228936"/>
              <a:gd name="connsiteY8" fmla="*/ 0 h 6316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228936" h="6316602">
                <a:moveTo>
                  <a:pt x="302565" y="0"/>
                </a:moveTo>
                <a:lnTo>
                  <a:pt x="6926371" y="0"/>
                </a:lnTo>
                <a:cubicBezTo>
                  <a:pt x="7093473" y="0"/>
                  <a:pt x="7228936" y="135463"/>
                  <a:pt x="7228936" y="302565"/>
                </a:cubicBezTo>
                <a:lnTo>
                  <a:pt x="7228936" y="6014037"/>
                </a:lnTo>
                <a:cubicBezTo>
                  <a:pt x="7228936" y="6181139"/>
                  <a:pt x="7093473" y="6316602"/>
                  <a:pt x="6926371" y="6316602"/>
                </a:cubicBezTo>
                <a:lnTo>
                  <a:pt x="302565" y="6316602"/>
                </a:lnTo>
                <a:cubicBezTo>
                  <a:pt x="135463" y="6316602"/>
                  <a:pt x="0" y="6181139"/>
                  <a:pt x="0" y="6014037"/>
                </a:cubicBezTo>
                <a:lnTo>
                  <a:pt x="0" y="302565"/>
                </a:lnTo>
                <a:cubicBezTo>
                  <a:pt x="0" y="135463"/>
                  <a:pt x="135463" y="0"/>
                  <a:pt x="30256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13753" y="1435652"/>
            <a:ext cx="3891435" cy="4833862"/>
          </a:xfrm>
        </p:spPr>
        <p:txBody>
          <a:bodyPr anchor="b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15079" y="6387128"/>
            <a:ext cx="2703777" cy="338328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47931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4" y="219456"/>
            <a:ext cx="3234982" cy="1577218"/>
          </a:xfrm>
        </p:spPr>
        <p:txBody>
          <a:bodyPr anchor="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5854" y="1796675"/>
            <a:ext cx="3234982" cy="447147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8705" y="6387128"/>
            <a:ext cx="2095770" cy="338328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206416" y="6390795"/>
            <a:ext cx="103208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38500" y="6390795"/>
            <a:ext cx="457200" cy="338328"/>
          </a:xfrm>
        </p:spPr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965783" y="265176"/>
            <a:ext cx="7959517" cy="6327648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98459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78" y="216452"/>
            <a:ext cx="3381587" cy="2213524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62400" y="177492"/>
            <a:ext cx="7962900" cy="22860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/>
            </a:lvl1pPr>
            <a:lvl2pPr marL="514350" indent="-285750">
              <a:buFont typeface="Arial" panose="020B0604020202020204" pitchFamily="34" charset="0"/>
              <a:buChar char="•"/>
              <a:defRPr sz="14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5878" y="2513464"/>
            <a:ext cx="2805405" cy="338328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30339" y="2516244"/>
            <a:ext cx="1284010" cy="338328"/>
          </a:xfrm>
        </p:spPr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5" y="2513464"/>
            <a:ext cx="449306" cy="338328"/>
          </a:xfrm>
        </p:spPr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56056E-3484-D9D0-95D5-818FF4C3C8D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220" y="2935280"/>
            <a:ext cx="11651080" cy="3656020"/>
          </a:xfrm>
          <a:custGeom>
            <a:avLst/>
            <a:gdLst>
              <a:gd name="connsiteX0" fmla="*/ 298989 w 11651080"/>
              <a:gd name="connsiteY0" fmla="*/ 0 h 3656020"/>
              <a:gd name="connsiteX1" fmla="*/ 11352091 w 11651080"/>
              <a:gd name="connsiteY1" fmla="*/ 0 h 3656020"/>
              <a:gd name="connsiteX2" fmla="*/ 11651080 w 11651080"/>
              <a:gd name="connsiteY2" fmla="*/ 298989 h 3656020"/>
              <a:gd name="connsiteX3" fmla="*/ 11651080 w 11651080"/>
              <a:gd name="connsiteY3" fmla="*/ 3357031 h 3656020"/>
              <a:gd name="connsiteX4" fmla="*/ 11352091 w 11651080"/>
              <a:gd name="connsiteY4" fmla="*/ 3656020 h 3656020"/>
              <a:gd name="connsiteX5" fmla="*/ 298989 w 11651080"/>
              <a:gd name="connsiteY5" fmla="*/ 3656020 h 3656020"/>
              <a:gd name="connsiteX6" fmla="*/ 0 w 11651080"/>
              <a:gd name="connsiteY6" fmla="*/ 3357031 h 3656020"/>
              <a:gd name="connsiteX7" fmla="*/ 0 w 11651080"/>
              <a:gd name="connsiteY7" fmla="*/ 298989 h 3656020"/>
              <a:gd name="connsiteX8" fmla="*/ 298989 w 11651080"/>
              <a:gd name="connsiteY8" fmla="*/ 0 h 3656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3656020">
                <a:moveTo>
                  <a:pt x="298989" y="0"/>
                </a:moveTo>
                <a:lnTo>
                  <a:pt x="11352091" y="0"/>
                </a:lnTo>
                <a:cubicBezTo>
                  <a:pt x="11517218" y="0"/>
                  <a:pt x="11651080" y="133862"/>
                  <a:pt x="11651080" y="298989"/>
                </a:cubicBezTo>
                <a:lnTo>
                  <a:pt x="11651080" y="3357031"/>
                </a:lnTo>
                <a:cubicBezTo>
                  <a:pt x="11651080" y="3522158"/>
                  <a:pt x="11517218" y="3656020"/>
                  <a:pt x="11352091" y="3656020"/>
                </a:cubicBezTo>
                <a:lnTo>
                  <a:pt x="298989" y="3656020"/>
                </a:lnTo>
                <a:cubicBezTo>
                  <a:pt x="133862" y="3656020"/>
                  <a:pt x="0" y="3522158"/>
                  <a:pt x="0" y="3357031"/>
                </a:cubicBezTo>
                <a:lnTo>
                  <a:pt x="0" y="298989"/>
                </a:lnTo>
                <a:cubicBezTo>
                  <a:pt x="0" y="133862"/>
                  <a:pt x="133862" y="0"/>
                  <a:pt x="29898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791781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172641" cy="3145019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95997E6-BE07-E83F-D207-0CADA004E02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000500" y="265332"/>
            <a:ext cx="7924800" cy="3095837"/>
          </a:xfrm>
          <a:custGeom>
            <a:avLst/>
            <a:gdLst>
              <a:gd name="connsiteX0" fmla="*/ 282309 w 8229600"/>
              <a:gd name="connsiteY0" fmla="*/ 0 h 3095837"/>
              <a:gd name="connsiteX1" fmla="*/ 7947291 w 8229600"/>
              <a:gd name="connsiteY1" fmla="*/ 0 h 3095837"/>
              <a:gd name="connsiteX2" fmla="*/ 8229600 w 8229600"/>
              <a:gd name="connsiteY2" fmla="*/ 282309 h 3095837"/>
              <a:gd name="connsiteX3" fmla="*/ 8229600 w 8229600"/>
              <a:gd name="connsiteY3" fmla="*/ 2813528 h 3095837"/>
              <a:gd name="connsiteX4" fmla="*/ 7947291 w 8229600"/>
              <a:gd name="connsiteY4" fmla="*/ 3095837 h 3095837"/>
              <a:gd name="connsiteX5" fmla="*/ 282309 w 8229600"/>
              <a:gd name="connsiteY5" fmla="*/ 3095837 h 3095837"/>
              <a:gd name="connsiteX6" fmla="*/ 0 w 8229600"/>
              <a:gd name="connsiteY6" fmla="*/ 2813528 h 3095837"/>
              <a:gd name="connsiteX7" fmla="*/ 0 w 8229600"/>
              <a:gd name="connsiteY7" fmla="*/ 282309 h 3095837"/>
              <a:gd name="connsiteX8" fmla="*/ 282309 w 8229600"/>
              <a:gd name="connsiteY8" fmla="*/ 0 h 3095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29600" h="3095837">
                <a:moveTo>
                  <a:pt x="282309" y="0"/>
                </a:moveTo>
                <a:lnTo>
                  <a:pt x="7947291" y="0"/>
                </a:lnTo>
                <a:cubicBezTo>
                  <a:pt x="8103206" y="0"/>
                  <a:pt x="8229600" y="126394"/>
                  <a:pt x="8229600" y="282309"/>
                </a:cubicBezTo>
                <a:lnTo>
                  <a:pt x="8229600" y="2813528"/>
                </a:lnTo>
                <a:cubicBezTo>
                  <a:pt x="8229600" y="2969443"/>
                  <a:pt x="8103206" y="3095837"/>
                  <a:pt x="7947291" y="3095837"/>
                </a:cubicBezTo>
                <a:lnTo>
                  <a:pt x="282309" y="3095837"/>
                </a:lnTo>
                <a:cubicBezTo>
                  <a:pt x="126394" y="3095837"/>
                  <a:pt x="0" y="2969443"/>
                  <a:pt x="0" y="2813528"/>
                </a:cubicBezTo>
                <a:lnTo>
                  <a:pt x="0" y="282309"/>
                </a:lnTo>
                <a:cubicBezTo>
                  <a:pt x="0" y="126394"/>
                  <a:pt x="126394" y="0"/>
                  <a:pt x="28230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14565" y="3543597"/>
            <a:ext cx="8010734" cy="28435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72108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E5778B4-3E3F-C3EF-5322-2ECFF646D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31821" y="760151"/>
            <a:ext cx="9728359" cy="4233673"/>
          </a:xfrm>
          <a:prstGeom prst="roundRect">
            <a:avLst>
              <a:gd name="adj" fmla="val 7502"/>
            </a:avLst>
          </a:pr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6276" y="5255159"/>
            <a:ext cx="9299448" cy="1025326"/>
          </a:xfrm>
        </p:spPr>
        <p:txBody>
          <a:bodyPr anchor="ctr">
            <a:normAutofit/>
          </a:bodyPr>
          <a:lstStyle>
            <a:lvl1pPr algn="ctr">
              <a:lnSpc>
                <a:spcPct val="90000"/>
              </a:lnSpc>
              <a:defRPr sz="2400" spc="-50" baseline="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46276" y="1293091"/>
            <a:ext cx="9299448" cy="3943921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0000"/>
              </a:lnSpc>
              <a:buNone/>
              <a:defRPr sz="26000" spc="-1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92102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2880" y="173736"/>
            <a:ext cx="10475499" cy="4850651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7600" b="0" cap="none" spc="-50" baseline="0"/>
            </a:lvl1pPr>
            <a:lvl2pPr marL="228600" indent="0">
              <a:lnSpc>
                <a:spcPct val="90000"/>
              </a:lnSpc>
              <a:buNone/>
              <a:defRPr sz="6600" b="0" cap="none" spc="-50" baseline="0"/>
            </a:lvl2pPr>
            <a:lvl3pPr marL="457200" indent="0">
              <a:lnSpc>
                <a:spcPct val="90000"/>
              </a:lnSpc>
              <a:buNone/>
              <a:defRPr sz="6000" b="0" cap="none" spc="-50" baseline="0"/>
            </a:lvl3pPr>
            <a:lvl4pPr marL="685800" indent="0">
              <a:lnSpc>
                <a:spcPct val="90000"/>
              </a:lnSpc>
              <a:buNone/>
              <a:defRPr sz="5400" b="0" cap="none" spc="-50" baseline="0"/>
            </a:lvl4pPr>
            <a:lvl5pPr marL="914400" indent="0">
              <a:lnSpc>
                <a:spcPct val="90000"/>
              </a:lnSpc>
              <a:buNone/>
              <a:defRPr sz="4800" b="0" cap="none" spc="-50" baseline="0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15610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88784" y="5029200"/>
            <a:ext cx="9198864" cy="713232"/>
          </a:xfrm>
        </p:spPr>
        <p:txBody>
          <a:bodyPr anchor="t">
            <a:normAutofit/>
          </a:bodyPr>
          <a:lstStyle>
            <a:lvl1pPr>
              <a:lnSpc>
                <a:spcPct val="90000"/>
              </a:lnSpc>
              <a:defRPr sz="2000" b="1" spc="-5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88784" y="1115568"/>
            <a:ext cx="9198864" cy="3584448"/>
          </a:xfrm>
        </p:spPr>
        <p:txBody>
          <a:bodyPr anchor="ctr">
            <a:normAutofit/>
          </a:bodyPr>
          <a:lstStyle>
            <a:lvl1pPr marL="137160" indent="-13716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19727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1326704" cy="104156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12E940BF-81C2-1FFB-391F-670B2E738E5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82880" y="1645920"/>
            <a:ext cx="5420409" cy="4741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FB763AB3-1DFB-9F9F-2339-33F3C49C8C1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48400" y="1645920"/>
            <a:ext cx="5261184" cy="4741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654640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186" y="219456"/>
            <a:ext cx="11274552" cy="789851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185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D6A39E64-722E-F001-F641-974F5225314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81631" y="1649451"/>
            <a:ext cx="5212080" cy="43434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45352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B9C0BFD-5C7B-FA0D-DCE8-95D24728FEB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45352" y="1649451"/>
            <a:ext cx="5212080" cy="43434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744991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459551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275609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861" y="207228"/>
            <a:ext cx="11001943" cy="1790700"/>
          </a:xfrm>
        </p:spPr>
        <p:txBody>
          <a:bodyPr anchor="t">
            <a:noAutofit/>
          </a:bodyPr>
          <a:lstStyle>
            <a:lvl1pPr>
              <a:defRPr sz="7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22195" y="3264408"/>
            <a:ext cx="10147610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560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5580" y="1089247"/>
            <a:ext cx="6360840" cy="2171716"/>
          </a:xfrm>
        </p:spPr>
        <p:txBody>
          <a:bodyPr anchor="b">
            <a:noAutofit/>
          </a:bodyPr>
          <a:lstStyle>
            <a:lvl1pPr algn="ctr">
              <a:defRPr sz="7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22864" y="3499880"/>
            <a:ext cx="5543550" cy="1771650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en-US" sz="1600" dirty="0"/>
            </a:lvl1pPr>
            <a:lvl2pPr marL="228600" indent="0" algn="ctr">
              <a:buNone/>
              <a:defRPr lang="en-US" sz="1600" dirty="0"/>
            </a:lvl2pPr>
            <a:lvl3pPr marL="457200" indent="0" algn="ctr">
              <a:buNone/>
              <a:defRPr lang="en-US" sz="1600" dirty="0"/>
            </a:lvl3pPr>
            <a:lvl4pPr marL="685800" indent="0" algn="ctr">
              <a:buNone/>
              <a:defRPr lang="en-US" sz="1600" dirty="0"/>
            </a:lvl4pPr>
            <a:lvl5pPr marL="914400" indent="0" algn="ctr">
              <a:buNone/>
              <a:defRPr lang="en-US" sz="16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8964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0835640" cy="9692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" y="1183206"/>
            <a:ext cx="10835640" cy="50886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8704" y="6387128"/>
            <a:ext cx="2703777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7500" y="6387128"/>
            <a:ext cx="1032084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9584" y="6387128"/>
            <a:ext cx="45720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0025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  <p:sldLayoutId id="2147483696" r:id="rId18"/>
    <p:sldLayoutId id="2147483697" r:id="rId19"/>
    <p:sldLayoutId id="2147483698" r:id="rId20"/>
    <p:sldLayoutId id="2147483699" r:id="rId21"/>
    <p:sldLayoutId id="2147483700" r:id="rId22"/>
    <p:sldLayoutId id="2147483701" r:id="rId23"/>
    <p:sldLayoutId id="2147483702" r:id="rId24"/>
    <p:sldLayoutId id="2147483703" r:id="rId25"/>
    <p:sldLayoutId id="2147483704" r:id="rId26"/>
    <p:sldLayoutId id="2147483705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kumimoji="1" sz="3000" b="0" kern="1200" spc="-1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715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001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68">
          <p15:clr>
            <a:srgbClr val="F26B43"/>
          </p15:clr>
        </p15:guide>
        <p15:guide id="4" orient="horz" pos="168">
          <p15:clr>
            <a:srgbClr val="F26B43"/>
          </p15:clr>
        </p15:guide>
        <p15:guide id="5" pos="7512">
          <p15:clr>
            <a:srgbClr val="F26B43"/>
          </p15:clr>
        </p15:guide>
        <p15:guide id="6" orient="horz" pos="4152">
          <p15:clr>
            <a:srgbClr val="F26B43"/>
          </p15:clr>
        </p15:guide>
        <p15:guide id="12" pos="4728">
          <p15:clr>
            <a:srgbClr val="F26B43"/>
          </p15:clr>
        </p15:guide>
        <p15:guide id="13" pos="5328">
          <p15:clr>
            <a:srgbClr val="F26B43"/>
          </p15:clr>
        </p15:guide>
        <p15:guide id="26" pos="2952">
          <p15:clr>
            <a:srgbClr val="F26B43"/>
          </p15:clr>
        </p15:guide>
        <p15:guide id="27" pos="3096">
          <p15:clr>
            <a:srgbClr val="F26B43"/>
          </p15:clr>
        </p15:guide>
        <p15:guide id="29" pos="4128">
          <p15:clr>
            <a:srgbClr val="F26B43"/>
          </p15:clr>
        </p15:guide>
        <p15:guide id="30" pos="1392">
          <p15:clr>
            <a:srgbClr val="F26B43"/>
          </p15:clr>
        </p15:guide>
        <p15:guide id="3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bin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bin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4E6978D-ED78-454E-93C9-7714422130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8598" y="2373868"/>
            <a:ext cx="8154804" cy="1110225"/>
          </a:xfrm>
        </p:spPr>
        <p:txBody>
          <a:bodyPr>
            <a:normAutofit/>
          </a:bodyPr>
          <a:lstStyle/>
          <a:p>
            <a:r>
              <a:rPr kumimoji="1" lang="ja-JP" altLang="en-US" sz="4400" dirty="0"/>
              <a:t>研究環境のクラウド化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99BFFEE-9F9B-BE03-1639-791A148C67EA}"/>
              </a:ext>
            </a:extLst>
          </p:cNvPr>
          <p:cNvSpPr txBox="1"/>
          <p:nvPr/>
        </p:nvSpPr>
        <p:spPr>
          <a:xfrm>
            <a:off x="4089125" y="5337277"/>
            <a:ext cx="60842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田中研究室：佐々木　ギリェルミ</a:t>
            </a:r>
          </a:p>
        </p:txBody>
      </p:sp>
    </p:spTree>
    <p:extLst>
      <p:ext uri="{BB962C8B-B14F-4D97-AF65-F5344CB8AC3E}">
        <p14:creationId xmlns:p14="http://schemas.microsoft.com/office/powerpoint/2010/main" val="896653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45A3DE-C254-47AB-A4FE-5DBAC582E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4800" dirty="0"/>
              <a:t>既存環境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596660A7-55C4-4BB7-9340-F80121F166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5398" y="1188720"/>
            <a:ext cx="9021204" cy="5089525"/>
          </a:xfrm>
        </p:spPr>
      </p:pic>
    </p:spTree>
    <p:extLst>
      <p:ext uri="{BB962C8B-B14F-4D97-AF65-F5344CB8AC3E}">
        <p14:creationId xmlns:p14="http://schemas.microsoft.com/office/powerpoint/2010/main" val="3137254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9549D1-4682-42B2-B56E-381ECC00F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4800" dirty="0"/>
              <a:t>既存環境</a:t>
            </a:r>
          </a:p>
        </p:txBody>
      </p:sp>
      <p:pic>
        <p:nvPicPr>
          <p:cNvPr id="8" name="コンテンツ プレースホルダー 7">
            <a:extLst>
              <a:ext uri="{FF2B5EF4-FFF2-40B4-BE49-F238E27FC236}">
                <a16:creationId xmlns:a16="http://schemas.microsoft.com/office/drawing/2014/main" id="{7BD44B15-5EDA-4D79-9FB9-0215822BDA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585398" y="1188720"/>
            <a:ext cx="9021204" cy="5089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98350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1BEA9C-C4C7-4C49-AC48-D9305FCF8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19456"/>
            <a:ext cx="12192000" cy="969264"/>
          </a:xfrm>
        </p:spPr>
        <p:txBody>
          <a:bodyPr>
            <a:noAutofit/>
          </a:bodyPr>
          <a:lstStyle/>
          <a:p>
            <a:r>
              <a:rPr kumimoji="1" lang="ja-JP" altLang="en-US" sz="4400" dirty="0"/>
              <a:t>研究リソースの管理基盤として</a:t>
            </a:r>
            <a:r>
              <a:rPr kumimoji="1" lang="en-US" altLang="ja-JP" sz="4400" dirty="0"/>
              <a:t>GitHub</a:t>
            </a:r>
            <a:r>
              <a:rPr kumimoji="1" lang="ja-JP" altLang="en-US" sz="4400" dirty="0"/>
              <a:t>を採用</a:t>
            </a:r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0D8112BC-E167-4B06-9951-8CF7EECA9B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277815"/>
            <a:ext cx="12204196" cy="5580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6464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8F2ACF-83E9-77AA-90B6-B72E5F951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sz="4800" dirty="0"/>
              <a:t>GitHub</a:t>
            </a:r>
            <a:r>
              <a:rPr kumimoji="1" lang="ja-JP" altLang="en-US" sz="4800" dirty="0"/>
              <a:t>を用いた概要図</a:t>
            </a:r>
          </a:p>
        </p:txBody>
      </p:sp>
      <p:pic>
        <p:nvPicPr>
          <p:cNvPr id="7" name="コンテンツ プレースホルダー 6">
            <a:extLst>
              <a:ext uri="{FF2B5EF4-FFF2-40B4-BE49-F238E27FC236}">
                <a16:creationId xmlns:a16="http://schemas.microsoft.com/office/drawing/2014/main" id="{59753D07-F71A-0C32-31CF-B0DD9377AB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7003" y="904387"/>
            <a:ext cx="5892231" cy="5838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3285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4A9196-5C23-B22E-46EB-F002E4F36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4800" dirty="0"/>
              <a:t>資料の分類</a:t>
            </a:r>
          </a:p>
        </p:txBody>
      </p:sp>
      <p:graphicFrame>
        <p:nvGraphicFramePr>
          <p:cNvPr id="4" name="コンテンツ プレースホルダー 3">
            <a:extLst>
              <a:ext uri="{FF2B5EF4-FFF2-40B4-BE49-F238E27FC236}">
                <a16:creationId xmlns:a16="http://schemas.microsoft.com/office/drawing/2014/main" id="{73669EAD-1CF1-E7DB-4D23-BABFFD46A5D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52278515"/>
              </p:ext>
            </p:extLst>
          </p:nvPr>
        </p:nvGraphicFramePr>
        <p:xfrm>
          <a:off x="-1953395" y="998622"/>
          <a:ext cx="7673925" cy="5859378"/>
        </p:xfrm>
        <a:graphic>
          <a:graphicData uri="http://schemas.openxmlformats.org/drawingml/2006/table">
            <a:tbl>
              <a:tblPr/>
              <a:tblGrid>
                <a:gridCol w="2557975">
                  <a:extLst>
                    <a:ext uri="{9D8B030D-6E8A-4147-A177-3AD203B41FA5}">
                      <a16:colId xmlns:a16="http://schemas.microsoft.com/office/drawing/2014/main" val="1589634423"/>
                    </a:ext>
                  </a:extLst>
                </a:gridCol>
                <a:gridCol w="2557975">
                  <a:extLst>
                    <a:ext uri="{9D8B030D-6E8A-4147-A177-3AD203B41FA5}">
                      <a16:colId xmlns:a16="http://schemas.microsoft.com/office/drawing/2014/main" val="3477721783"/>
                    </a:ext>
                  </a:extLst>
                </a:gridCol>
                <a:gridCol w="2557975">
                  <a:extLst>
                    <a:ext uri="{9D8B030D-6E8A-4147-A177-3AD203B41FA5}">
                      <a16:colId xmlns:a16="http://schemas.microsoft.com/office/drawing/2014/main" val="1056618913"/>
                    </a:ext>
                  </a:extLst>
                </a:gridCol>
              </a:tblGrid>
              <a:tr h="228882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No.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分類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主な内容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0673315"/>
                  </a:ext>
                </a:extLst>
              </a:tr>
              <a:tr h="400543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1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ルール最適化・アルゴリズム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フィルタリングルールの並べ替え・統合など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3745971"/>
                  </a:ext>
                </a:extLst>
              </a:tr>
              <a:tr h="400543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2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ルール順序最適化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ルールの順番変更による処理速度の向上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74995"/>
                  </a:ext>
                </a:extLst>
              </a:tr>
              <a:tr h="400543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ルールリスト最適化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ルールリストの生成・分割・統合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7882940"/>
                  </a:ext>
                </a:extLst>
              </a:tr>
              <a:tr h="400543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4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フレームワーク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研究・開発に用いるフレームワーク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6736595"/>
                  </a:ext>
                </a:extLst>
              </a:tr>
              <a:tr h="400543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5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スケジューリング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処理やタスクの実行順序・割り当て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3047772"/>
                  </a:ext>
                </a:extLst>
              </a:tr>
              <a:tr h="228882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6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決定木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決定木を用いた分類・処理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4729990"/>
                  </a:ext>
                </a:extLst>
              </a:tr>
              <a:tr h="400543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7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Run-Based Trie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Trieを用いたルール・データの高速検索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7581383"/>
                  </a:ext>
                </a:extLst>
              </a:tr>
              <a:tr h="228882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8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SGM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SGMに関する研究</a:t>
                      </a:r>
                      <a:endParaRPr lang="en-US" altLang="ja-JP" sz="20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9445138"/>
                  </a:ext>
                </a:extLst>
              </a:tr>
            </a:tbl>
          </a:graphicData>
        </a:graphic>
      </p:graphicFrame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38246BBD-0596-2436-2A91-0E757B0746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5993906"/>
              </p:ext>
            </p:extLst>
          </p:nvPr>
        </p:nvGraphicFramePr>
        <p:xfrm>
          <a:off x="3816684" y="1303422"/>
          <a:ext cx="7673925" cy="5554578"/>
        </p:xfrm>
        <a:graphic>
          <a:graphicData uri="http://schemas.openxmlformats.org/drawingml/2006/table">
            <a:tbl>
              <a:tblPr/>
              <a:tblGrid>
                <a:gridCol w="2557975">
                  <a:extLst>
                    <a:ext uri="{9D8B030D-6E8A-4147-A177-3AD203B41FA5}">
                      <a16:colId xmlns:a16="http://schemas.microsoft.com/office/drawing/2014/main" val="1718198609"/>
                    </a:ext>
                  </a:extLst>
                </a:gridCol>
                <a:gridCol w="2557975">
                  <a:extLst>
                    <a:ext uri="{9D8B030D-6E8A-4147-A177-3AD203B41FA5}">
                      <a16:colId xmlns:a16="http://schemas.microsoft.com/office/drawing/2014/main" val="1227916851"/>
                    </a:ext>
                  </a:extLst>
                </a:gridCol>
                <a:gridCol w="2557975">
                  <a:extLst>
                    <a:ext uri="{9D8B030D-6E8A-4147-A177-3AD203B41FA5}">
                      <a16:colId xmlns:a16="http://schemas.microsoft.com/office/drawing/2014/main" val="7193455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9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EAD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EADに関する研究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0324067"/>
                  </a:ext>
                </a:extLst>
              </a:tr>
              <a:tr h="228882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10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ClassBench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ClassBenchを用いた評価・実験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9324134"/>
                  </a:ext>
                </a:extLst>
              </a:tr>
              <a:tr h="400543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11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パケット分類・空間分割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パケット分類や空間分割に関する研究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2901590"/>
                  </a:ext>
                </a:extLst>
              </a:tr>
              <a:tr h="228882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12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テスト環境・実証実験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システムの評価環境や実証実験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7310268"/>
                  </a:ext>
                </a:extLst>
              </a:tr>
              <a:tr h="400543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13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攻撃防御・セキュリティ応用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ネットワーク攻撃や防御への応用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0459882"/>
                  </a:ext>
                </a:extLst>
              </a:tr>
              <a:tr h="228882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14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機械学習・AI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機械学習・AIを用いた研究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6364370"/>
                  </a:ext>
                </a:extLst>
              </a:tr>
              <a:tr h="400543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15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NFV・仮想ネットワーク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NFVや仮想ネットワークに関する研究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4143422"/>
                  </a:ext>
                </a:extLst>
              </a:tr>
              <a:tr h="400543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16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その他・補助的テーマ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上記に分類されない補助的な研究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6761273"/>
                  </a:ext>
                </a:extLst>
              </a:tr>
              <a:tr h="400543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/>
                        <a:t>17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独立テーマ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他の研究テーマと直接関連しない研究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4405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0109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510955D-3A48-3C6F-50DD-8ECB963A0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4800" dirty="0"/>
              <a:t>研究テーマごとのリポジトリ</a:t>
            </a:r>
            <a:endParaRPr kumimoji="1" lang="ja-JP" altLang="en-US" sz="4800" dirty="0"/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BDE3D841-1BF2-3FC0-5866-1689ED3196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46" y="1051180"/>
            <a:ext cx="11687908" cy="5806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84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B2BF80-C133-8B1C-6ABD-A1A2C8FDF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4800" dirty="0"/>
              <a:t>まとめ</a:t>
            </a:r>
            <a:r>
              <a:rPr lang="ja-JP" altLang="en-US" sz="4800" dirty="0"/>
              <a:t>と今後の課題</a:t>
            </a:r>
            <a:endParaRPr kumimoji="1" lang="ja-JP" altLang="en-US" sz="48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CAC064-4D71-C956-AF84-1791B59A2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3200" dirty="0"/>
              <a:t>研究テーマの分類</a:t>
            </a:r>
            <a:endParaRPr kumimoji="1" lang="en-US" altLang="ja-JP" sz="3200" dirty="0"/>
          </a:p>
          <a:p>
            <a:r>
              <a:rPr lang="en-US" altLang="ja-JP" sz="3200" dirty="0"/>
              <a:t>GitHub</a:t>
            </a:r>
            <a:r>
              <a:rPr lang="ja-JP" altLang="en-US" sz="3200" dirty="0"/>
              <a:t>にリポジトリを作成</a:t>
            </a:r>
            <a:endParaRPr lang="en-US" altLang="ja-JP" sz="3200" dirty="0"/>
          </a:p>
          <a:p>
            <a:endParaRPr kumimoji="1" lang="en-US" altLang="ja-JP" sz="3200" dirty="0"/>
          </a:p>
          <a:p>
            <a:r>
              <a:rPr lang="ja-JP" altLang="en-US" sz="3200" dirty="0"/>
              <a:t>各リポジトリへ研究リソースの移動</a:t>
            </a:r>
            <a:endParaRPr lang="en-US" altLang="ja-JP" sz="3200" dirty="0"/>
          </a:p>
          <a:p>
            <a:r>
              <a:rPr kumimoji="1" lang="en-US" altLang="ja-JP" sz="3200" dirty="0"/>
              <a:t>Overleaf</a:t>
            </a:r>
            <a:r>
              <a:rPr kumimoji="1" lang="ja-JP" altLang="en-US" sz="3200" dirty="0"/>
              <a:t>との連携</a:t>
            </a:r>
          </a:p>
        </p:txBody>
      </p:sp>
    </p:spTree>
    <p:extLst>
      <p:ext uri="{BB962C8B-B14F-4D97-AF65-F5344CB8AC3E}">
        <p14:creationId xmlns:p14="http://schemas.microsoft.com/office/powerpoint/2010/main" val="650701581"/>
      </p:ext>
    </p:extLst>
  </p:cSld>
  <p:clrMapOvr>
    <a:masterClrMapping/>
  </p:clrMapOvr>
</p:sld>
</file>

<file path=ppt/theme/theme1.xml><?xml version="1.0" encoding="utf-8"?>
<a:theme xmlns:a="http://schemas.openxmlformats.org/drawingml/2006/main" name="デューン">
  <a:themeElements>
    <a:clrScheme name="デューン">
      <a:dk1>
        <a:srgbClr val="131313"/>
      </a:dk1>
      <a:lt1>
        <a:sysClr val="window" lastClr="FFFFFF"/>
      </a:lt1>
      <a:dk2>
        <a:srgbClr val="272D2B"/>
      </a:dk2>
      <a:lt2>
        <a:srgbClr val="F0EDE6"/>
      </a:lt2>
      <a:accent1>
        <a:srgbClr val="647E6B"/>
      </a:accent1>
      <a:accent2>
        <a:srgbClr val="476262"/>
      </a:accent2>
      <a:accent3>
        <a:srgbClr val="9B8C69"/>
      </a:accent3>
      <a:accent4>
        <a:srgbClr val="BA988C"/>
      </a:accent4>
      <a:accent5>
        <a:srgbClr val="A27C7C"/>
      </a:accent5>
      <a:accent6>
        <a:srgbClr val="79958B"/>
      </a:accent6>
      <a:hlink>
        <a:srgbClr val="476262"/>
      </a:hlink>
      <a:folHlink>
        <a:srgbClr val="A27C7C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une" id="{7A434096-21D7-44B8-8536-5670F4990977}" vid="{9E2B180D-3A1B-4983-B64A-9C133C18DC91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93433E1B3511514BB9BD5A4C02C66FEE" ma:contentTypeVersion="15" ma:contentTypeDescription="新しいドキュメントを作成します。" ma:contentTypeScope="" ma:versionID="1bb4625c3d30af6d7d559a1afe7ceeea">
  <xsd:schema xmlns:xsd="http://www.w3.org/2001/XMLSchema" xmlns:xs="http://www.w3.org/2001/XMLSchema" xmlns:p="http://schemas.microsoft.com/office/2006/metadata/properties" xmlns:ns2="d6739dde-6058-4609-963e-22ce6f55c2e2" xmlns:ns3="4e706bb9-fd23-4935-9653-7b84e6541bd4" targetNamespace="http://schemas.microsoft.com/office/2006/metadata/properties" ma:root="true" ma:fieldsID="6d7b625505b48a798a5a9b0a4f3327d4" ns2:_="" ns3:_="">
    <xsd:import namespace="d6739dde-6058-4609-963e-22ce6f55c2e2"/>
    <xsd:import namespace="4e706bb9-fd23-4935-9653-7b84e6541bd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739dde-6058-4609-963e-22ce6f55c2e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画像タグ" ma:readOnly="false" ma:fieldId="{5cf76f15-5ced-4ddc-b409-7134ff3c332f}" ma:taxonomyMulti="true" ma:sspId="6839cacd-3bba-479f-ae7c-eae911e8fca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706bb9-fd23-4935-9653-7b84e6541bd4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3cfa8bbe-5bc1-4f40-97aa-ed08d9e38351}" ma:internalName="TaxCatchAll" ma:showField="CatchAllData" ma:web="4e706bb9-fd23-4935-9653-7b84e6541bd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6739dde-6058-4609-963e-22ce6f55c2e2">
      <Terms xmlns="http://schemas.microsoft.com/office/infopath/2007/PartnerControls"/>
    </lcf76f155ced4ddcb4097134ff3c332f>
    <TaxCatchAll xmlns="4e706bb9-fd23-4935-9653-7b84e6541bd4" xsi:nil="true"/>
  </documentManagement>
</p:properties>
</file>

<file path=customXml/itemProps1.xml><?xml version="1.0" encoding="utf-8"?>
<ds:datastoreItem xmlns:ds="http://schemas.openxmlformats.org/officeDocument/2006/customXml" ds:itemID="{CAA4400C-C195-402B-A4A2-CB83D911B3A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6739dde-6058-4609-963e-22ce6f55c2e2"/>
    <ds:schemaRef ds:uri="4e706bb9-fd23-4935-9653-7b84e6541bd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BD429A-B752-4160-A791-0F9AC66CD2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6E5BAFD-36FC-404E-9CAB-4A6D2A7FA0B7}">
  <ds:schemaRefs>
    <ds:schemaRef ds:uri="http://purl.org/dc/elements/1.1/"/>
    <ds:schemaRef ds:uri="http://purl.org/dc/dcmitype/"/>
    <ds:schemaRef ds:uri="http://schemas.microsoft.com/office/2006/documentManagement/types"/>
    <ds:schemaRef ds:uri="4e706bb9-fd23-4935-9653-7b84e6541bd4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d6739dde-6058-4609-963e-22ce6f55c2e2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Dune</Template>
  <TotalTime>719</TotalTime>
  <Words>250</Words>
  <Application>Microsoft Office PowerPoint</Application>
  <PresentationFormat>ワイド画面</PresentationFormat>
  <Paragraphs>68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1" baseType="lpstr">
      <vt:lpstr>Arial</vt:lpstr>
      <vt:lpstr>Neue Haas Grotesk Text Pro</vt:lpstr>
      <vt:lpstr>デューン</vt:lpstr>
      <vt:lpstr>研究環境のクラウド化</vt:lpstr>
      <vt:lpstr>既存環境</vt:lpstr>
      <vt:lpstr>既存環境</vt:lpstr>
      <vt:lpstr>研究リソースの管理基盤としてGitHubを採用</vt:lpstr>
      <vt:lpstr>GitHubを用いた概要図</vt:lpstr>
      <vt:lpstr>資料の分類</vt:lpstr>
      <vt:lpstr>研究テーマごとのリポジトリ</vt:lpstr>
      <vt:lpstr>まとめと今後の課題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研究室リソースのGitHubへの移行</dc:title>
  <dc:creator>202203418</dc:creator>
  <cp:lastModifiedBy>ギリェルミ 佐々木</cp:lastModifiedBy>
  <cp:revision>10</cp:revision>
  <dcterms:created xsi:type="dcterms:W3CDTF">2025-10-08T13:07:48Z</dcterms:created>
  <dcterms:modified xsi:type="dcterms:W3CDTF">2026-08-17T08:59:13Z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0x01010093433E1B3511514BB9BD5A4C02C66FEE</vt:lpwstr>
  </property>
  <property fmtid="{D5CDD505-2E9C-101B-9397-08002B2CF9AE}" pid="3" name="MediaServiceImageTags">
    <vt:lpwstr/>
  </property>
</Properties>
</file>