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sldIdLst>
    <p:sldId id="256" r:id="rId5"/>
    <p:sldId id="259" r:id="rId6"/>
    <p:sldId id="257" r:id="rId7"/>
    <p:sldId id="262" r:id="rId8"/>
    <p:sldId id="264" r:id="rId9"/>
    <p:sldId id="265" r:id="rId10"/>
    <p:sldId id="263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2B4675-605B-4287-AAE8-50A369712074}" v="4" dt="2026-08-16T19:27:03.412"/>
    <p1510:client id="{DA3F50F7-1FE3-4BF1-8866-8ED667DF8A14}" v="7" dt="2026-08-17T08:36:22.4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58" y="12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ギリェルミ 佐々木" userId="986c67ded3e3e19b" providerId="LiveId" clId="{145113DD-7874-4809-A419-6BE328331EF1}"/>
    <pc:docChg chg="undo custSel addSld delSld modSld sldOrd">
      <pc:chgData name="ギリェルミ 佐々木" userId="986c67ded3e3e19b" providerId="LiveId" clId="{145113DD-7874-4809-A419-6BE328331EF1}" dt="2026-08-17T08:45:10.495" v="520" actId="1076"/>
      <pc:docMkLst>
        <pc:docMk/>
      </pc:docMkLst>
      <pc:sldChg chg="addSp delSp modSp mod">
        <pc:chgData name="ギリェルミ 佐々木" userId="986c67ded3e3e19b" providerId="LiveId" clId="{145113DD-7874-4809-A419-6BE328331EF1}" dt="2026-08-17T08:25:57.682" v="88" actId="1076"/>
        <pc:sldMkLst>
          <pc:docMk/>
          <pc:sldMk cId="896653232" sldId="256"/>
        </pc:sldMkLst>
        <pc:spChg chg="mod">
          <ac:chgData name="ギリェルミ 佐々木" userId="986c67ded3e3e19b" providerId="LiveId" clId="{145113DD-7874-4809-A419-6BE328331EF1}" dt="2026-08-17T08:25:57.682" v="88" actId="1076"/>
          <ac:spMkLst>
            <pc:docMk/>
            <pc:sldMk cId="896653232" sldId="256"/>
            <ac:spMk id="2" creationId="{C4E6978D-ED78-454E-93C9-77144221301F}"/>
          </ac:spMkLst>
        </pc:spChg>
        <pc:spChg chg="del mod">
          <ac:chgData name="ギリェルミ 佐々木" userId="986c67ded3e3e19b" providerId="LiveId" clId="{145113DD-7874-4809-A419-6BE328331EF1}" dt="2026-08-17T08:19:32.563" v="6" actId="21"/>
          <ac:spMkLst>
            <pc:docMk/>
            <pc:sldMk cId="896653232" sldId="256"/>
            <ac:spMk id="3" creationId="{9B9AF94E-5923-439B-B2C9-E286252CD91D}"/>
          </ac:spMkLst>
        </pc:spChg>
        <pc:spChg chg="add mod">
          <ac:chgData name="ギリェルミ 佐々木" userId="986c67ded3e3e19b" providerId="LiveId" clId="{145113DD-7874-4809-A419-6BE328331EF1}" dt="2026-08-17T08:20:26.089" v="62" actId="1076"/>
          <ac:spMkLst>
            <pc:docMk/>
            <pc:sldMk cId="896653232" sldId="256"/>
            <ac:spMk id="4" creationId="{299BFFEE-9F9B-BE03-1639-791A148C67EA}"/>
          </ac:spMkLst>
        </pc:spChg>
      </pc:sldChg>
      <pc:sldChg chg="modSp add del mod">
        <pc:chgData name="ギリェルミ 佐々木" userId="986c67ded3e3e19b" providerId="LiveId" clId="{145113DD-7874-4809-A419-6BE328331EF1}" dt="2026-08-17T08:28:59.867" v="184" actId="255"/>
        <pc:sldMkLst>
          <pc:docMk/>
          <pc:sldMk cId="3209835034" sldId="257"/>
        </pc:sldMkLst>
        <pc:spChg chg="mod">
          <ac:chgData name="ギリェルミ 佐々木" userId="986c67ded3e3e19b" providerId="LiveId" clId="{145113DD-7874-4809-A419-6BE328331EF1}" dt="2026-08-17T08:28:59.867" v="184" actId="255"/>
          <ac:spMkLst>
            <pc:docMk/>
            <pc:sldMk cId="3209835034" sldId="257"/>
            <ac:spMk id="2" creationId="{C29549D1-4682-42B2-B56E-381ECC00F8CB}"/>
          </ac:spMkLst>
        </pc:spChg>
        <pc:picChg chg="mod">
          <ac:chgData name="ギリェルミ 佐々木" userId="986c67ded3e3e19b" providerId="LiveId" clId="{145113DD-7874-4809-A419-6BE328331EF1}" dt="2026-08-17T08:25:39.549" v="86" actId="1076"/>
          <ac:picMkLst>
            <pc:docMk/>
            <pc:sldMk cId="3209835034" sldId="257"/>
            <ac:picMk id="8" creationId="{7BD44B15-5EDA-4D79-9FB9-0215822BDA60}"/>
          </ac:picMkLst>
        </pc:picChg>
      </pc:sldChg>
      <pc:sldChg chg="modSp del mod">
        <pc:chgData name="ギリェルミ 佐々木" userId="986c67ded3e3e19b" providerId="LiveId" clId="{145113DD-7874-4809-A419-6BE328331EF1}" dt="2026-08-17T08:07:02.301" v="3" actId="2696"/>
        <pc:sldMkLst>
          <pc:docMk/>
          <pc:sldMk cId="2851186024" sldId="258"/>
        </pc:sldMkLst>
        <pc:spChg chg="mod">
          <ac:chgData name="ギリェルミ 佐々木" userId="986c67ded3e3e19b" providerId="LiveId" clId="{145113DD-7874-4809-A419-6BE328331EF1}" dt="2026-08-17T08:06:44.124" v="0"/>
          <ac:spMkLst>
            <pc:docMk/>
            <pc:sldMk cId="2851186024" sldId="258"/>
            <ac:spMk id="2" creationId="{AEB65DFC-DC4B-423D-A294-768A9C39E348}"/>
          </ac:spMkLst>
        </pc:spChg>
        <pc:spChg chg="mod">
          <ac:chgData name="ギリェルミ 佐々木" userId="986c67ded3e3e19b" providerId="LiveId" clId="{145113DD-7874-4809-A419-6BE328331EF1}" dt="2026-08-17T08:06:44.192" v="1" actId="27636"/>
          <ac:spMkLst>
            <pc:docMk/>
            <pc:sldMk cId="2851186024" sldId="258"/>
            <ac:spMk id="3" creationId="{7CC3E03D-7F70-44DB-9A0E-C9A86E2F92E1}"/>
          </ac:spMkLst>
        </pc:spChg>
      </pc:sldChg>
      <pc:sldChg chg="modSp mod">
        <pc:chgData name="ギリェルミ 佐々木" userId="986c67ded3e3e19b" providerId="LiveId" clId="{145113DD-7874-4809-A419-6BE328331EF1}" dt="2026-08-17T08:24:16.114" v="84" actId="1076"/>
        <pc:sldMkLst>
          <pc:docMk/>
          <pc:sldMk cId="3137254365" sldId="259"/>
        </pc:sldMkLst>
        <pc:spChg chg="mod">
          <ac:chgData name="ギリェルミ 佐々木" userId="986c67ded3e3e19b" providerId="LiveId" clId="{145113DD-7874-4809-A419-6BE328331EF1}" dt="2026-08-17T08:23:16.642" v="80" actId="255"/>
          <ac:spMkLst>
            <pc:docMk/>
            <pc:sldMk cId="3137254365" sldId="259"/>
            <ac:spMk id="2" creationId="{9145A3DE-C254-47AB-A4FE-5DBAC582E0D4}"/>
          </ac:spMkLst>
        </pc:spChg>
        <pc:picChg chg="mod">
          <ac:chgData name="ギリェルミ 佐々木" userId="986c67ded3e3e19b" providerId="LiveId" clId="{145113DD-7874-4809-A419-6BE328331EF1}" dt="2026-08-17T08:24:16.114" v="84" actId="1076"/>
          <ac:picMkLst>
            <pc:docMk/>
            <pc:sldMk cId="3137254365" sldId="259"/>
            <ac:picMk id="5" creationId="{596660A7-55C4-4BB7-9340-F80121F166C1}"/>
          </ac:picMkLst>
        </pc:picChg>
      </pc:sldChg>
      <pc:sldChg chg="modSp del">
        <pc:chgData name="ギリェルミ 佐々木" userId="986c67ded3e3e19b" providerId="LiveId" clId="{145113DD-7874-4809-A419-6BE328331EF1}" dt="2026-08-17T08:24:05.971" v="83" actId="2696"/>
        <pc:sldMkLst>
          <pc:docMk/>
          <pc:sldMk cId="2219642378" sldId="260"/>
        </pc:sldMkLst>
        <pc:spChg chg="mod">
          <ac:chgData name="ギリェルミ 佐々木" userId="986c67ded3e3e19b" providerId="LiveId" clId="{145113DD-7874-4809-A419-6BE328331EF1}" dt="2026-08-17T08:07:28.694" v="4"/>
          <ac:spMkLst>
            <pc:docMk/>
            <pc:sldMk cId="2219642378" sldId="260"/>
            <ac:spMk id="2" creationId="{4800178A-37F9-42F2-9683-C0CF643ABC11}"/>
          </ac:spMkLst>
        </pc:spChg>
        <pc:picChg chg="mod">
          <ac:chgData name="ギリェルミ 佐々木" userId="986c67ded3e3e19b" providerId="LiveId" clId="{145113DD-7874-4809-A419-6BE328331EF1}" dt="2026-08-17T08:07:28.694" v="4"/>
          <ac:picMkLst>
            <pc:docMk/>
            <pc:sldMk cId="2219642378" sldId="260"/>
            <ac:picMk id="4" creationId="{9EE3B062-EC29-4549-9B3F-0521C38FA989}"/>
          </ac:picMkLst>
        </pc:picChg>
      </pc:sldChg>
      <pc:sldChg chg="modSp del">
        <pc:chgData name="ギリェルミ 佐々木" userId="986c67ded3e3e19b" providerId="LiveId" clId="{145113DD-7874-4809-A419-6BE328331EF1}" dt="2026-08-17T08:44:21.640" v="513" actId="2696"/>
        <pc:sldMkLst>
          <pc:docMk/>
          <pc:sldMk cId="2034873455" sldId="261"/>
        </pc:sldMkLst>
        <pc:spChg chg="mod">
          <ac:chgData name="ギリェルミ 佐々木" userId="986c67ded3e3e19b" providerId="LiveId" clId="{145113DD-7874-4809-A419-6BE328331EF1}" dt="2026-08-17T08:07:28.694" v="4"/>
          <ac:spMkLst>
            <pc:docMk/>
            <pc:sldMk cId="2034873455" sldId="261"/>
            <ac:spMk id="2" creationId="{F99FD250-1819-4B56-B24C-2FD33919D012}"/>
          </ac:spMkLst>
        </pc:spChg>
        <pc:picChg chg="mod">
          <ac:chgData name="ギリェルミ 佐々木" userId="986c67ded3e3e19b" providerId="LiveId" clId="{145113DD-7874-4809-A419-6BE328331EF1}" dt="2026-08-17T08:07:28.694" v="4"/>
          <ac:picMkLst>
            <pc:docMk/>
            <pc:sldMk cId="2034873455" sldId="261"/>
            <ac:picMk id="4" creationId="{8DBB5E46-D8BC-4D4F-97D5-21B144A66DD5}"/>
          </ac:picMkLst>
        </pc:picChg>
      </pc:sldChg>
      <pc:sldChg chg="modSp mod ord">
        <pc:chgData name="ギリェルミ 佐々木" userId="986c67ded3e3e19b" providerId="LiveId" clId="{145113DD-7874-4809-A419-6BE328331EF1}" dt="2026-08-17T08:44:40.918" v="516" actId="14100"/>
        <pc:sldMkLst>
          <pc:docMk/>
          <pc:sldMk cId="3997646485" sldId="262"/>
        </pc:sldMkLst>
        <pc:spChg chg="mod">
          <ac:chgData name="ギリェルミ 佐々木" userId="986c67ded3e3e19b" providerId="LiveId" clId="{145113DD-7874-4809-A419-6BE328331EF1}" dt="2026-08-17T08:29:37.885" v="188" actId="255"/>
          <ac:spMkLst>
            <pc:docMk/>
            <pc:sldMk cId="3997646485" sldId="262"/>
            <ac:spMk id="2" creationId="{B81BEA9C-C4C7-4C49-AC48-D9305FCF883F}"/>
          </ac:spMkLst>
        </pc:spChg>
        <pc:picChg chg="mod">
          <ac:chgData name="ギリェルミ 佐々木" userId="986c67ded3e3e19b" providerId="LiveId" clId="{145113DD-7874-4809-A419-6BE328331EF1}" dt="2026-08-17T08:44:40.918" v="516" actId="14100"/>
          <ac:picMkLst>
            <pc:docMk/>
            <pc:sldMk cId="3997646485" sldId="262"/>
            <ac:picMk id="4" creationId="{0D8112BC-E167-4B06-9951-8CF7EECA9B8F}"/>
          </ac:picMkLst>
        </pc:picChg>
      </pc:sldChg>
      <pc:sldChg chg="modSp mod ord">
        <pc:chgData name="ギリェルミ 佐々木" userId="986c67ded3e3e19b" providerId="LiveId" clId="{145113DD-7874-4809-A419-6BE328331EF1}" dt="2026-08-17T08:45:10.495" v="520" actId="1076"/>
        <pc:sldMkLst>
          <pc:docMk/>
          <pc:sldMk cId="277258447" sldId="263"/>
        </pc:sldMkLst>
        <pc:spChg chg="mod">
          <ac:chgData name="ギリェルミ 佐々木" userId="986c67ded3e3e19b" providerId="LiveId" clId="{145113DD-7874-4809-A419-6BE328331EF1}" dt="2026-08-17T08:43:16.719" v="510" actId="255"/>
          <ac:spMkLst>
            <pc:docMk/>
            <pc:sldMk cId="277258447" sldId="263"/>
            <ac:spMk id="2" creationId="{D510955D-3A48-3C6F-50DD-8ECB963A06D7}"/>
          </ac:spMkLst>
        </pc:spChg>
        <pc:picChg chg="mod">
          <ac:chgData name="ギリェルミ 佐々木" userId="986c67ded3e3e19b" providerId="LiveId" clId="{145113DD-7874-4809-A419-6BE328331EF1}" dt="2026-08-17T08:45:10.495" v="520" actId="1076"/>
          <ac:picMkLst>
            <pc:docMk/>
            <pc:sldMk cId="277258447" sldId="263"/>
            <ac:picMk id="5" creationId="{BDE3D841-1BF2-3FC0-5866-1689ED3196FA}"/>
          </ac:picMkLst>
        </pc:picChg>
      </pc:sldChg>
      <pc:sldChg chg="modSp mod ord">
        <pc:chgData name="ギリェルミ 佐々木" userId="986c67ded3e3e19b" providerId="LiveId" clId="{145113DD-7874-4809-A419-6BE328331EF1}" dt="2026-08-17T08:30:59.729" v="228" actId="255"/>
        <pc:sldMkLst>
          <pc:docMk/>
          <pc:sldMk cId="1420328502" sldId="264"/>
        </pc:sldMkLst>
        <pc:spChg chg="mod">
          <ac:chgData name="ギリェルミ 佐々木" userId="986c67ded3e3e19b" providerId="LiveId" clId="{145113DD-7874-4809-A419-6BE328331EF1}" dt="2026-08-17T08:30:59.729" v="228" actId="255"/>
          <ac:spMkLst>
            <pc:docMk/>
            <pc:sldMk cId="1420328502" sldId="264"/>
            <ac:spMk id="2" creationId="{1A8F2ACF-83E9-77AA-90B6-B72E5F951E5F}"/>
          </ac:spMkLst>
        </pc:spChg>
        <pc:picChg chg="mod">
          <ac:chgData name="ギリェルミ 佐々木" userId="986c67ded3e3e19b" providerId="LiveId" clId="{145113DD-7874-4809-A419-6BE328331EF1}" dt="2026-08-17T08:30:54.807" v="227" actId="1076"/>
          <ac:picMkLst>
            <pc:docMk/>
            <pc:sldMk cId="1420328502" sldId="264"/>
            <ac:picMk id="7" creationId="{59753D07-F71A-0C32-31CF-B0DD9377ABBB}"/>
          </ac:picMkLst>
        </pc:picChg>
      </pc:sldChg>
      <pc:sldChg chg="modSp mod ord">
        <pc:chgData name="ギリェルミ 佐々木" userId="986c67ded3e3e19b" providerId="LiveId" clId="{145113DD-7874-4809-A419-6BE328331EF1}" dt="2026-08-17T08:32:35.335" v="251" actId="255"/>
        <pc:sldMkLst>
          <pc:docMk/>
          <pc:sldMk cId="61010945" sldId="265"/>
        </pc:sldMkLst>
        <pc:spChg chg="mod">
          <ac:chgData name="ギリェルミ 佐々木" userId="986c67ded3e3e19b" providerId="LiveId" clId="{145113DD-7874-4809-A419-6BE328331EF1}" dt="2026-08-17T08:32:35.335" v="251" actId="255"/>
          <ac:spMkLst>
            <pc:docMk/>
            <pc:sldMk cId="61010945" sldId="265"/>
            <ac:spMk id="2" creationId="{5C4A9196-5C23-B22E-46EB-F002E4F36BBE}"/>
          </ac:spMkLst>
        </pc:spChg>
        <pc:graphicFrameChg chg="mod">
          <ac:chgData name="ギリェルミ 佐々木" userId="986c67ded3e3e19b" providerId="LiveId" clId="{145113DD-7874-4809-A419-6BE328331EF1}" dt="2026-08-17T08:32:08.003" v="233" actId="1076"/>
          <ac:graphicFrameMkLst>
            <pc:docMk/>
            <pc:sldMk cId="61010945" sldId="265"/>
            <ac:graphicFrameMk id="4" creationId="{73669EAD-1CF1-E7DB-4D23-BABFFD46A5DD}"/>
          </ac:graphicFrameMkLst>
        </pc:graphicFrameChg>
        <pc:graphicFrameChg chg="mod">
          <ac:chgData name="ギリェルミ 佐々木" userId="986c67ded3e3e19b" providerId="LiveId" clId="{145113DD-7874-4809-A419-6BE328331EF1}" dt="2026-08-17T08:32:03.455" v="232" actId="1076"/>
          <ac:graphicFrameMkLst>
            <pc:docMk/>
            <pc:sldMk cId="61010945" sldId="265"/>
            <ac:graphicFrameMk id="5" creationId="{38246BBD-0596-2436-2A91-0E757B07461D}"/>
          </ac:graphicFrameMkLst>
        </pc:graphicFrameChg>
      </pc:sldChg>
      <pc:sldChg chg="modSp new mod">
        <pc:chgData name="ギリェルミ 佐々木" userId="986c67ded3e3e19b" providerId="LiveId" clId="{145113DD-7874-4809-A419-6BE328331EF1}" dt="2026-08-17T08:37:39.958" v="455" actId="255"/>
        <pc:sldMkLst>
          <pc:docMk/>
          <pc:sldMk cId="650701581" sldId="266"/>
        </pc:sldMkLst>
        <pc:spChg chg="mod">
          <ac:chgData name="ギリェルミ 佐々木" userId="986c67ded3e3e19b" providerId="LiveId" clId="{145113DD-7874-4809-A419-6BE328331EF1}" dt="2026-08-17T08:36:22.403" v="365"/>
          <ac:spMkLst>
            <pc:docMk/>
            <pc:sldMk cId="650701581" sldId="266"/>
            <ac:spMk id="2" creationId="{EBB2BF80-C133-8B1C-6ABD-A1A2C8FDF5E6}"/>
          </ac:spMkLst>
        </pc:spChg>
        <pc:spChg chg="mod">
          <ac:chgData name="ギリェルミ 佐々木" userId="986c67ded3e3e19b" providerId="LiveId" clId="{145113DD-7874-4809-A419-6BE328331EF1}" dt="2026-08-17T08:37:39.958" v="455" actId="255"/>
          <ac:spMkLst>
            <pc:docMk/>
            <pc:sldMk cId="650701581" sldId="266"/>
            <ac:spMk id="3" creationId="{D3CAC064-4D71-C956-AF84-1791B59A29AF}"/>
          </ac:spMkLst>
        </pc:spChg>
      </pc:sldChg>
      <pc:sldChg chg="modSp new del">
        <pc:chgData name="ギリェルミ 佐々木" userId="986c67ded3e3e19b" providerId="LiveId" clId="{145113DD-7874-4809-A419-6BE328331EF1}" dt="2026-08-17T08:37:43.336" v="456" actId="2696"/>
        <pc:sldMkLst>
          <pc:docMk/>
          <pc:sldMk cId="3711326390" sldId="267"/>
        </pc:sldMkLst>
        <pc:spChg chg="mod">
          <ac:chgData name="ギリェルミ 佐々木" userId="986c67ded3e3e19b" providerId="LiveId" clId="{145113DD-7874-4809-A419-6BE328331EF1}" dt="2026-08-17T08:35:13.762" v="280"/>
          <ac:spMkLst>
            <pc:docMk/>
            <pc:sldMk cId="3711326390" sldId="267"/>
            <ac:spMk id="2" creationId="{7033C8B5-0FF0-F67F-C266-3FB4C2888B0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7699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2346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38466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4882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セクション見出し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1008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2996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ja-JP" altLang="en-US"/>
              <a:t>マスター テキストの書式設定</a:t>
            </a:r>
          </a:p>
          <a:p>
            <a:pPr marL="228600" lvl="1" indent="-228600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marL="228600" lvl="2" indent="-228600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marL="228600" lvl="3" indent="-228600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marL="228600" lvl="4" indent="-228600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3610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6060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5657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821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3269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2425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2795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kumimoji="1" lang="ja-JP" alt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6547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4793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8459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91781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7210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9210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15610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19727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65464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74499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45955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27560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56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8964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DCFC263E-E5C9-40DA-BEC6-0818833457E0}" type="datetimeFigureOut">
              <a:rPr kumimoji="1" lang="ja-JP" altLang="en-US" smtClean="0"/>
              <a:t>2026/8/17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38253ADC-ADC2-4633-9231-A1729D667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0025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  <p:sldLayoutId id="2147483705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E6978D-ED78-454E-93C9-771442213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2373868"/>
            <a:ext cx="8154804" cy="1110225"/>
          </a:xfrm>
        </p:spPr>
        <p:txBody>
          <a:bodyPr>
            <a:normAutofit/>
          </a:bodyPr>
          <a:lstStyle/>
          <a:p>
            <a:r>
              <a:rPr kumimoji="1" lang="ja-JP" altLang="en-US" sz="4400" dirty="0"/>
              <a:t>研究環境のクラウド化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99BFFEE-9F9B-BE03-1639-791A148C67EA}"/>
              </a:ext>
            </a:extLst>
          </p:cNvPr>
          <p:cNvSpPr txBox="1"/>
          <p:nvPr/>
        </p:nvSpPr>
        <p:spPr>
          <a:xfrm>
            <a:off x="4089125" y="5337277"/>
            <a:ext cx="6084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田中研究室：佐々木　ギリェルミ</a:t>
            </a:r>
          </a:p>
        </p:txBody>
      </p:sp>
    </p:spTree>
    <p:extLst>
      <p:ext uri="{BB962C8B-B14F-4D97-AF65-F5344CB8AC3E}">
        <p14:creationId xmlns:p14="http://schemas.microsoft.com/office/powerpoint/2010/main" val="896653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45A3DE-C254-47AB-A4FE-5DBAC582E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800" dirty="0"/>
              <a:t>既存環境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96660A7-55C4-4BB7-9340-F80121F166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398" y="1188720"/>
            <a:ext cx="9021204" cy="5089525"/>
          </a:xfrm>
        </p:spPr>
      </p:pic>
    </p:spTree>
    <p:extLst>
      <p:ext uri="{BB962C8B-B14F-4D97-AF65-F5344CB8AC3E}">
        <p14:creationId xmlns:p14="http://schemas.microsoft.com/office/powerpoint/2010/main" val="3137254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9549D1-4682-42B2-B56E-381ECC00F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800" dirty="0"/>
              <a:t>既存環境</a:t>
            </a:r>
          </a:p>
        </p:txBody>
      </p:sp>
      <p:pic>
        <p:nvPicPr>
          <p:cNvPr id="8" name="コンテンツ プレースホルダー 7">
            <a:extLst>
              <a:ext uri="{FF2B5EF4-FFF2-40B4-BE49-F238E27FC236}">
                <a16:creationId xmlns:a16="http://schemas.microsoft.com/office/drawing/2014/main" id="{7BD44B15-5EDA-4D79-9FB9-0215822BDA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85398" y="1188720"/>
            <a:ext cx="9021204" cy="508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83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1BEA9C-C4C7-4C49-AC48-D9305FCF8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9456"/>
            <a:ext cx="12192000" cy="969264"/>
          </a:xfrm>
        </p:spPr>
        <p:txBody>
          <a:bodyPr>
            <a:noAutofit/>
          </a:bodyPr>
          <a:lstStyle/>
          <a:p>
            <a:r>
              <a:rPr kumimoji="1" lang="ja-JP" altLang="en-US" sz="4400" dirty="0"/>
              <a:t>研究リソースの管理基盤として</a:t>
            </a:r>
            <a:r>
              <a:rPr kumimoji="1" lang="en-US" altLang="ja-JP" sz="4400" dirty="0"/>
              <a:t>GitHub</a:t>
            </a:r>
            <a:r>
              <a:rPr kumimoji="1" lang="ja-JP" altLang="en-US" sz="4400" dirty="0"/>
              <a:t>を採用</a:t>
            </a: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0D8112BC-E167-4B06-9951-8CF7EECA9B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77815"/>
            <a:ext cx="12204196" cy="558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646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8F2ACF-83E9-77AA-90B6-B72E5F951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4800" dirty="0"/>
              <a:t>GitHub</a:t>
            </a:r>
            <a:r>
              <a:rPr kumimoji="1" lang="ja-JP" altLang="en-US" sz="4800" dirty="0"/>
              <a:t>を用いた概要図</a:t>
            </a:r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59753D07-F71A-0C32-31CF-B0DD9377AB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003" y="904387"/>
            <a:ext cx="5892231" cy="583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328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4A9196-5C23-B22E-46EB-F002E4F36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800" dirty="0"/>
              <a:t>資料の分類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73669EAD-1CF1-E7DB-4D23-BABFFD46A5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2278515"/>
              </p:ext>
            </p:extLst>
          </p:nvPr>
        </p:nvGraphicFramePr>
        <p:xfrm>
          <a:off x="-1953395" y="998622"/>
          <a:ext cx="7673925" cy="5859378"/>
        </p:xfrm>
        <a:graphic>
          <a:graphicData uri="http://schemas.openxmlformats.org/drawingml/2006/table">
            <a:tbl>
              <a:tblPr/>
              <a:tblGrid>
                <a:gridCol w="2557975">
                  <a:extLst>
                    <a:ext uri="{9D8B030D-6E8A-4147-A177-3AD203B41FA5}">
                      <a16:colId xmlns:a16="http://schemas.microsoft.com/office/drawing/2014/main" val="1589634423"/>
                    </a:ext>
                  </a:extLst>
                </a:gridCol>
                <a:gridCol w="2557975">
                  <a:extLst>
                    <a:ext uri="{9D8B030D-6E8A-4147-A177-3AD203B41FA5}">
                      <a16:colId xmlns:a16="http://schemas.microsoft.com/office/drawing/2014/main" val="3477721783"/>
                    </a:ext>
                  </a:extLst>
                </a:gridCol>
                <a:gridCol w="2557975">
                  <a:extLst>
                    <a:ext uri="{9D8B030D-6E8A-4147-A177-3AD203B41FA5}">
                      <a16:colId xmlns:a16="http://schemas.microsoft.com/office/drawing/2014/main" val="1056618913"/>
                    </a:ext>
                  </a:extLst>
                </a:gridCol>
              </a:tblGrid>
              <a:tr h="22888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2000" dirty="0"/>
                        <a:t>No.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/>
                        <a:t>分類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/>
                        <a:t>主な内容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673315"/>
                  </a:ext>
                </a:extLst>
              </a:tr>
              <a:tr h="40054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2000" dirty="0"/>
                        <a:t>1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/>
                        <a:t>ルール最適化・アルゴリズム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/>
                        <a:t>フィルタリングルールの並べ替え・統合など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745971"/>
                  </a:ext>
                </a:extLst>
              </a:tr>
              <a:tr h="40054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2000" dirty="0"/>
                        <a:t>2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 dirty="0"/>
                        <a:t>ルール順序最適化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/>
                        <a:t>ルールの順番変更による処理速度の向上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74995"/>
                  </a:ext>
                </a:extLst>
              </a:tr>
              <a:tr h="40054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2000" dirty="0"/>
                        <a:t>3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 dirty="0"/>
                        <a:t>ルールリスト最適化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/>
                        <a:t>ルールリストの生成・分割・統合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882940"/>
                  </a:ext>
                </a:extLst>
              </a:tr>
              <a:tr h="40054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2000" dirty="0"/>
                        <a:t>4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 dirty="0"/>
                        <a:t>フレームワーク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/>
                        <a:t>研究・開発に用いるフレームワーク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736595"/>
                  </a:ext>
                </a:extLst>
              </a:tr>
              <a:tr h="40054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2000" dirty="0"/>
                        <a:t>5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 dirty="0"/>
                        <a:t>スケジューリング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/>
                        <a:t>処理やタスクの実行順序・割り当て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047772"/>
                  </a:ext>
                </a:extLst>
              </a:tr>
              <a:tr h="22888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2000" dirty="0"/>
                        <a:t>6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/>
                        <a:t>決定木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 dirty="0"/>
                        <a:t>決定木を用いた分類・処理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729990"/>
                  </a:ext>
                </a:extLst>
              </a:tr>
              <a:tr h="40054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2000" dirty="0"/>
                        <a:t>7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 dirty="0"/>
                        <a:t>Run-Based Trie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 dirty="0"/>
                        <a:t>Trieを用いたルール・データの高速検索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581383"/>
                  </a:ext>
                </a:extLst>
              </a:tr>
              <a:tr h="22888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2000" dirty="0"/>
                        <a:t>8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 dirty="0"/>
                        <a:t>SGM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 dirty="0"/>
                        <a:t>SGMに関する研究</a:t>
                      </a:r>
                      <a:endParaRPr lang="en-US" altLang="ja-JP" sz="2000" dirty="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445138"/>
                  </a:ext>
                </a:extLst>
              </a:tr>
            </a:tbl>
          </a:graphicData>
        </a:graphic>
      </p:graphicFrame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38246BBD-0596-2436-2A91-0E757B074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993906"/>
              </p:ext>
            </p:extLst>
          </p:nvPr>
        </p:nvGraphicFramePr>
        <p:xfrm>
          <a:off x="3816684" y="1303422"/>
          <a:ext cx="7673925" cy="5554578"/>
        </p:xfrm>
        <a:graphic>
          <a:graphicData uri="http://schemas.openxmlformats.org/drawingml/2006/table">
            <a:tbl>
              <a:tblPr/>
              <a:tblGrid>
                <a:gridCol w="2557975">
                  <a:extLst>
                    <a:ext uri="{9D8B030D-6E8A-4147-A177-3AD203B41FA5}">
                      <a16:colId xmlns:a16="http://schemas.microsoft.com/office/drawing/2014/main" val="1718198609"/>
                    </a:ext>
                  </a:extLst>
                </a:gridCol>
                <a:gridCol w="2557975">
                  <a:extLst>
                    <a:ext uri="{9D8B030D-6E8A-4147-A177-3AD203B41FA5}">
                      <a16:colId xmlns:a16="http://schemas.microsoft.com/office/drawing/2014/main" val="1227916851"/>
                    </a:ext>
                  </a:extLst>
                </a:gridCol>
                <a:gridCol w="2557975">
                  <a:extLst>
                    <a:ext uri="{9D8B030D-6E8A-4147-A177-3AD203B41FA5}">
                      <a16:colId xmlns:a16="http://schemas.microsoft.com/office/drawing/2014/main" val="7193455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2000" dirty="0"/>
                        <a:t>9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 dirty="0"/>
                        <a:t>EAD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/>
                        <a:t>EADに関する研究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324067"/>
                  </a:ext>
                </a:extLst>
              </a:tr>
              <a:tr h="22888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2000" dirty="0"/>
                        <a:t>10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 dirty="0"/>
                        <a:t>ClassBench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/>
                        <a:t>ClassBenchを用いた評価・実験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324134"/>
                  </a:ext>
                </a:extLst>
              </a:tr>
              <a:tr h="40054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2000" dirty="0"/>
                        <a:t>11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 dirty="0"/>
                        <a:t>パケット分類・空間分割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/>
                        <a:t>パケット分類や空間分割に関する研究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901590"/>
                  </a:ext>
                </a:extLst>
              </a:tr>
              <a:tr h="22888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2000" dirty="0"/>
                        <a:t>12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 dirty="0"/>
                        <a:t>テスト環境・実証実験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/>
                        <a:t>システムの評価環境や実証実験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310268"/>
                  </a:ext>
                </a:extLst>
              </a:tr>
              <a:tr h="40054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2000" dirty="0"/>
                        <a:t>13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 dirty="0"/>
                        <a:t>攻撃防御・セキュリティ応用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/>
                        <a:t>ネットワーク攻撃や防御への応用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459882"/>
                  </a:ext>
                </a:extLst>
              </a:tr>
              <a:tr h="22888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2000" dirty="0"/>
                        <a:t>14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 dirty="0"/>
                        <a:t>機械学習・AI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/>
                        <a:t>機械学習・AIを用いた研究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364370"/>
                  </a:ext>
                </a:extLst>
              </a:tr>
              <a:tr h="40054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2000" dirty="0"/>
                        <a:t>15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 dirty="0"/>
                        <a:t>NFV・仮想ネットワーク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 dirty="0"/>
                        <a:t>NFVや仮想ネットワークに関する研究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143422"/>
                  </a:ext>
                </a:extLst>
              </a:tr>
              <a:tr h="40054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2000" dirty="0"/>
                        <a:t>16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/>
                        <a:t>その他・補助的テーマ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 dirty="0"/>
                        <a:t>上記に分類されない補助的な研究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761273"/>
                  </a:ext>
                </a:extLst>
              </a:tr>
              <a:tr h="40054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sz="2000"/>
                        <a:t>17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 dirty="0"/>
                        <a:t>独立テーマ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000" dirty="0"/>
                        <a:t>他の研究テーマと直接関連しない研究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440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010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10955D-3A48-3C6F-50DD-8ECB963A0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800" dirty="0"/>
              <a:t>研究テーマごとのリポジトリ</a:t>
            </a:r>
            <a:endParaRPr kumimoji="1" lang="ja-JP" altLang="en-US" sz="4800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DE3D841-1BF2-3FC0-5866-1689ED3196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46" y="1051180"/>
            <a:ext cx="11687908" cy="580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8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B2BF80-C133-8B1C-6ABD-A1A2C8FDF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800" dirty="0"/>
              <a:t>まとめ</a:t>
            </a:r>
            <a:r>
              <a:rPr lang="ja-JP" altLang="en-US" sz="4800" dirty="0"/>
              <a:t>と今後の課題</a:t>
            </a:r>
            <a:endParaRPr kumimoji="1" lang="ja-JP" altLang="en-US" sz="48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CAC064-4D71-C956-AF84-1791B59A2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200" dirty="0"/>
              <a:t>研究テーマの分類</a:t>
            </a:r>
            <a:endParaRPr kumimoji="1" lang="en-US" altLang="ja-JP" sz="3200" dirty="0"/>
          </a:p>
          <a:p>
            <a:r>
              <a:rPr lang="en-US" altLang="ja-JP" sz="3200" dirty="0"/>
              <a:t>GitHub</a:t>
            </a:r>
            <a:r>
              <a:rPr lang="ja-JP" altLang="en-US" sz="3200" dirty="0"/>
              <a:t>にリポジトリを作成</a:t>
            </a:r>
            <a:endParaRPr lang="en-US" altLang="ja-JP" sz="3200" dirty="0"/>
          </a:p>
          <a:p>
            <a:endParaRPr kumimoji="1" lang="en-US" altLang="ja-JP" sz="3200" dirty="0"/>
          </a:p>
          <a:p>
            <a:r>
              <a:rPr lang="ja-JP" altLang="en-US" sz="3200" dirty="0"/>
              <a:t>各リポジトリへ研究リソースの移動</a:t>
            </a:r>
            <a:endParaRPr lang="en-US" altLang="ja-JP" sz="3200" dirty="0"/>
          </a:p>
          <a:p>
            <a:r>
              <a:rPr kumimoji="1" lang="en-US" altLang="ja-JP" sz="3200" dirty="0"/>
              <a:t>Overleaf</a:t>
            </a:r>
            <a:r>
              <a:rPr kumimoji="1" lang="ja-JP" altLang="en-US" sz="3200" dirty="0"/>
              <a:t>との連携</a:t>
            </a:r>
          </a:p>
        </p:txBody>
      </p:sp>
    </p:spTree>
    <p:extLst>
      <p:ext uri="{BB962C8B-B14F-4D97-AF65-F5344CB8AC3E}">
        <p14:creationId xmlns:p14="http://schemas.microsoft.com/office/powerpoint/2010/main" val="650701581"/>
      </p:ext>
    </p:extLst>
  </p:cSld>
  <p:clrMapOvr>
    <a:masterClrMapping/>
  </p:clrMapOvr>
</p:sld>
</file>

<file path=ppt/theme/theme1.xml><?xml version="1.0" encoding="utf-8"?>
<a:theme xmlns:a="http://schemas.openxmlformats.org/drawingml/2006/main" name="デューン">
  <a:themeElements>
    <a:clrScheme name="デューン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3433E1B3511514BB9BD5A4C02C66FEE" ma:contentTypeVersion="15" ma:contentTypeDescription="新しいドキュメントを作成します。" ma:contentTypeScope="" ma:versionID="1bb4625c3d30af6d7d559a1afe7ceeea">
  <xsd:schema xmlns:xsd="http://www.w3.org/2001/XMLSchema" xmlns:xs="http://www.w3.org/2001/XMLSchema" xmlns:p="http://schemas.microsoft.com/office/2006/metadata/properties" xmlns:ns2="d6739dde-6058-4609-963e-22ce6f55c2e2" xmlns:ns3="4e706bb9-fd23-4935-9653-7b84e6541bd4" targetNamespace="http://schemas.microsoft.com/office/2006/metadata/properties" ma:root="true" ma:fieldsID="6d7b625505b48a798a5a9b0a4f3327d4" ns2:_="" ns3:_="">
    <xsd:import namespace="d6739dde-6058-4609-963e-22ce6f55c2e2"/>
    <xsd:import namespace="4e706bb9-fd23-4935-9653-7b84e6541b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739dde-6058-4609-963e-22ce6f55c2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画像タグ" ma:readOnly="false" ma:fieldId="{5cf76f15-5ced-4ddc-b409-7134ff3c332f}" ma:taxonomyMulti="true" ma:sspId="6839cacd-3bba-479f-ae7c-eae911e8fc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706bb9-fd23-4935-9653-7b84e6541bd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3cfa8bbe-5bc1-4f40-97aa-ed08d9e38351}" ma:internalName="TaxCatchAll" ma:showField="CatchAllData" ma:web="4e706bb9-fd23-4935-9653-7b84e6541b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739dde-6058-4609-963e-22ce6f55c2e2">
      <Terms xmlns="http://schemas.microsoft.com/office/infopath/2007/PartnerControls"/>
    </lcf76f155ced4ddcb4097134ff3c332f>
    <TaxCatchAll xmlns="4e706bb9-fd23-4935-9653-7b84e6541bd4" xsi:nil="true"/>
  </documentManagement>
</p:properties>
</file>

<file path=customXml/itemProps1.xml><?xml version="1.0" encoding="utf-8"?>
<ds:datastoreItem xmlns:ds="http://schemas.openxmlformats.org/officeDocument/2006/customXml" ds:itemID="{CAA4400C-C195-402B-A4A2-CB83D911B3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739dde-6058-4609-963e-22ce6f55c2e2"/>
    <ds:schemaRef ds:uri="4e706bb9-fd23-4935-9653-7b84e6541b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BD429A-B752-4160-A791-0F9AC66CD2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E5BAFD-36FC-404E-9CAB-4A6D2A7FA0B7}">
  <ds:schemaRefs>
    <ds:schemaRef ds:uri="http://purl.org/dc/elements/1.1/"/>
    <ds:schemaRef ds:uri="http://purl.org/dc/dcmitype/"/>
    <ds:schemaRef ds:uri="http://schemas.microsoft.com/office/2006/documentManagement/types"/>
    <ds:schemaRef ds:uri="4e706bb9-fd23-4935-9653-7b84e6541bd4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d6739dde-6058-4609-963e-22ce6f55c2e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705</TotalTime>
  <Words>250</Words>
  <Application>Microsoft Office PowerPoint</Application>
  <PresentationFormat>ワイド画面</PresentationFormat>
  <Paragraphs>68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Arial</vt:lpstr>
      <vt:lpstr>Neue Haas Grotesk Text Pro</vt:lpstr>
      <vt:lpstr>デューン</vt:lpstr>
      <vt:lpstr>研究環境のクラウド化</vt:lpstr>
      <vt:lpstr>既存環境</vt:lpstr>
      <vt:lpstr>既存環境</vt:lpstr>
      <vt:lpstr>研究リソースの管理基盤としてGitHubを採用</vt:lpstr>
      <vt:lpstr>GitHubを用いた概要図</vt:lpstr>
      <vt:lpstr>資料の分類</vt:lpstr>
      <vt:lpstr>研究テーマごとのリポジトリ</vt:lpstr>
      <vt:lpstr>まとめと今後の課題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研究室リソースのGitHubへの移行</dc:title>
  <dc:creator>202203418</dc:creator>
  <cp:lastModifiedBy>ギリェルミ 佐々木</cp:lastModifiedBy>
  <cp:revision>9</cp:revision>
  <dcterms:created xsi:type="dcterms:W3CDTF">2025-10-08T13:07:48Z</dcterms:created>
  <dcterms:modified xsi:type="dcterms:W3CDTF">2026-08-17T08:45:19Z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0x01010093433E1B3511514BB9BD5A4C02C66FEE</vt:lpwstr>
  </property>
  <property fmtid="{D5CDD505-2E9C-101B-9397-08002B2CF9AE}" pid="3" name="MediaServiceImageTags">
    <vt:lpwstr/>
  </property>
</Properties>
</file>